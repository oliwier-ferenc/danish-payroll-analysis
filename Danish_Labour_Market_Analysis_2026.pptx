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147374362" r:id="rId2"/>
    <p:sldId id="2147374371" r:id="rId3"/>
    <p:sldId id="2147374380" r:id="rId4"/>
    <p:sldId id="2147374364" r:id="rId5"/>
    <p:sldId id="2147374372" r:id="rId6"/>
    <p:sldId id="2147374374" r:id="rId7"/>
    <p:sldId id="2147374376" r:id="rId8"/>
    <p:sldId id="2147374375" r:id="rId9"/>
    <p:sldId id="2147374373" r:id="rId10"/>
    <p:sldId id="2147374370" r:id="rId11"/>
    <p:sldId id="2147374367" r:id="rId12"/>
    <p:sldId id="2147374377" r:id="rId13"/>
    <p:sldId id="2147374378" r:id="rId14"/>
    <p:sldId id="2147374379" r:id="rId15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C05621"/>
    <a:srgbClr val="607D8B"/>
    <a:srgbClr val="115E59"/>
    <a:srgbClr val="5B7683"/>
    <a:srgbClr val="B0BEC5"/>
    <a:srgbClr val="239FD7"/>
    <a:srgbClr val="FD8383"/>
    <a:srgbClr val="9C4221"/>
    <a:srgbClr val="1725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411517-E3DD-4D2A-A842-42593477CF8B}" v="512" dt="2026-08-29T21:48:50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iwier Ferenc" userId="aacc4d0ce77f8a14" providerId="LiveId" clId="{8A45A03E-E549-4F68-AD4D-DD6DB7550F2A}"/>
    <pc:docChg chg="undo custSel addSld delSld modSld sldOrd">
      <pc:chgData name="Oliwier Ferenc" userId="aacc4d0ce77f8a14" providerId="LiveId" clId="{8A45A03E-E549-4F68-AD4D-DD6DB7550F2A}" dt="2026-08-29T22:27:15.817" v="14387" actId="20577"/>
      <pc:docMkLst>
        <pc:docMk/>
      </pc:docMkLst>
      <pc:sldChg chg="addSp delSp modSp add mod ord setBg">
        <pc:chgData name="Oliwier Ferenc" userId="aacc4d0ce77f8a14" providerId="LiveId" clId="{8A45A03E-E549-4F68-AD4D-DD6DB7550F2A}" dt="2026-08-27T13:12:12.240" v="7817" actId="20577"/>
        <pc:sldMkLst>
          <pc:docMk/>
          <pc:sldMk cId="54223305" sldId="2147374362"/>
        </pc:sldMkLst>
        <pc:spChg chg="add del mod">
          <ac:chgData name="Oliwier Ferenc" userId="aacc4d0ce77f8a14" providerId="LiveId" clId="{8A45A03E-E549-4F68-AD4D-DD6DB7550F2A}" dt="2026-08-26T15:24:38.898" v="611" actId="22"/>
          <ac:spMkLst>
            <pc:docMk/>
            <pc:sldMk cId="54223305" sldId="2147374362"/>
            <ac:spMk id="8" creationId="{E7B45B8C-4DBC-C8F0-5307-EF53898A514F}"/>
          </ac:spMkLst>
        </pc:spChg>
        <pc:spChg chg="add mod">
          <ac:chgData name="Oliwier Ferenc" userId="aacc4d0ce77f8a14" providerId="LiveId" clId="{8A45A03E-E549-4F68-AD4D-DD6DB7550F2A}" dt="2026-08-27T13:12:12.240" v="7817" actId="20577"/>
          <ac:spMkLst>
            <pc:docMk/>
            <pc:sldMk cId="54223305" sldId="2147374362"/>
            <ac:spMk id="13" creationId="{638B95AE-6A8F-0B8D-960D-E280FB5B747D}"/>
          </ac:spMkLst>
        </pc:spChg>
        <pc:spChg chg="add mod">
          <ac:chgData name="Oliwier Ferenc" userId="aacc4d0ce77f8a14" providerId="LiveId" clId="{8A45A03E-E549-4F68-AD4D-DD6DB7550F2A}" dt="2026-08-26T15:26:41.749" v="726" actId="1076"/>
          <ac:spMkLst>
            <pc:docMk/>
            <pc:sldMk cId="54223305" sldId="2147374362"/>
            <ac:spMk id="15" creationId="{F9ED8184-2071-5670-CFB6-F66717BF60E5}"/>
          </ac:spMkLst>
        </pc:spChg>
        <pc:spChg chg="add mod">
          <ac:chgData name="Oliwier Ferenc" userId="aacc4d0ce77f8a14" providerId="LiveId" clId="{8A45A03E-E549-4F68-AD4D-DD6DB7550F2A}" dt="2026-08-26T15:26:32.897" v="724" actId="1076"/>
          <ac:spMkLst>
            <pc:docMk/>
            <pc:sldMk cId="54223305" sldId="2147374362"/>
            <ac:spMk id="21" creationId="{B83C8A08-C1C5-E820-57D8-AF8B5B9E603D}"/>
          </ac:spMkLst>
        </pc:spChg>
      </pc:sldChg>
      <pc:sldChg chg="addSp delSp modSp add mod">
        <pc:chgData name="Oliwier Ferenc" userId="aacc4d0ce77f8a14" providerId="LiveId" clId="{8A45A03E-E549-4F68-AD4D-DD6DB7550F2A}" dt="2026-08-29T19:28:20.049" v="11661" actId="20577"/>
        <pc:sldMkLst>
          <pc:docMk/>
          <pc:sldMk cId="4263625594" sldId="2147374364"/>
        </pc:sldMkLst>
        <pc:spChg chg="mod">
          <ac:chgData name="Oliwier Ferenc" userId="aacc4d0ce77f8a14" providerId="LiveId" clId="{8A45A03E-E549-4F68-AD4D-DD6DB7550F2A}" dt="2026-08-29T19:06:44.389" v="11474" actId="1076"/>
          <ac:spMkLst>
            <pc:docMk/>
            <pc:sldMk cId="4263625594" sldId="2147374364"/>
            <ac:spMk id="2" creationId="{5252D1FE-7BBD-7E21-D02A-76BC8AC9D63C}"/>
          </ac:spMkLst>
        </pc:spChg>
        <pc:spChg chg="add mod">
          <ac:chgData name="Oliwier Ferenc" userId="aacc4d0ce77f8a14" providerId="LiveId" clId="{8A45A03E-E549-4F68-AD4D-DD6DB7550F2A}" dt="2026-08-27T11:59:11.622" v="6439"/>
          <ac:spMkLst>
            <pc:docMk/>
            <pc:sldMk cId="4263625594" sldId="2147374364"/>
            <ac:spMk id="4" creationId="{858C665B-85C0-81B9-EDEF-38049335C92C}"/>
          </ac:spMkLst>
        </pc:spChg>
        <pc:spChg chg="mod">
          <ac:chgData name="Oliwier Ferenc" userId="aacc4d0ce77f8a14" providerId="LiveId" clId="{8A45A03E-E549-4F68-AD4D-DD6DB7550F2A}" dt="2026-08-28T14:11:32.023" v="10678" actId="120"/>
          <ac:spMkLst>
            <pc:docMk/>
            <pc:sldMk cId="4263625594" sldId="2147374364"/>
            <ac:spMk id="7" creationId="{2235ED2E-419B-FCE4-7E72-EB69EEC8A7B6}"/>
          </ac:spMkLst>
        </pc:spChg>
        <pc:spChg chg="mod">
          <ac:chgData name="Oliwier Ferenc" userId="aacc4d0ce77f8a14" providerId="LiveId" clId="{8A45A03E-E549-4F68-AD4D-DD6DB7550F2A}" dt="2026-08-26T15:14:51.873" v="606" actId="20577"/>
          <ac:spMkLst>
            <pc:docMk/>
            <pc:sldMk cId="4263625594" sldId="2147374364"/>
            <ac:spMk id="12" creationId="{BBE78E96-61AE-8E19-7152-6269268D66C7}"/>
          </ac:spMkLst>
        </pc:spChg>
        <pc:spChg chg="mod">
          <ac:chgData name="Oliwier Ferenc" userId="aacc4d0ce77f8a14" providerId="LiveId" clId="{8A45A03E-E549-4F68-AD4D-DD6DB7550F2A}" dt="2026-08-29T19:13:06.144" v="11521" actId="1076"/>
          <ac:spMkLst>
            <pc:docMk/>
            <pc:sldMk cId="4263625594" sldId="2147374364"/>
            <ac:spMk id="15" creationId="{9C6B0C90-D297-9E74-D4C8-63888F844345}"/>
          </ac:spMkLst>
        </pc:spChg>
        <pc:spChg chg="add mod">
          <ac:chgData name="Oliwier Ferenc" userId="aacc4d0ce77f8a14" providerId="LiveId" clId="{8A45A03E-E549-4F68-AD4D-DD6DB7550F2A}" dt="2026-08-29T13:53:28.176" v="11471" actId="255"/>
          <ac:spMkLst>
            <pc:docMk/>
            <pc:sldMk cId="4263625594" sldId="2147374364"/>
            <ac:spMk id="16" creationId="{0104568D-C843-EAA5-FB29-C5810ED16529}"/>
          </ac:spMkLst>
        </pc:spChg>
        <pc:spChg chg="mod">
          <ac:chgData name="Oliwier Ferenc" userId="aacc4d0ce77f8a14" providerId="LiveId" clId="{8A45A03E-E549-4F68-AD4D-DD6DB7550F2A}" dt="2026-08-29T19:28:20.049" v="11661" actId="20577"/>
          <ac:spMkLst>
            <pc:docMk/>
            <pc:sldMk cId="4263625594" sldId="2147374364"/>
            <ac:spMk id="20" creationId="{8CF68D40-479A-24DC-1633-937887C3A42F}"/>
          </ac:spMkLst>
        </pc:spChg>
        <pc:graphicFrameChg chg="add mod">
          <ac:chgData name="Oliwier Ferenc" userId="aacc4d0ce77f8a14" providerId="LiveId" clId="{8A45A03E-E549-4F68-AD4D-DD6DB7550F2A}" dt="2026-08-29T19:06:52.999" v="11479" actId="1076"/>
          <ac:graphicFrameMkLst>
            <pc:docMk/>
            <pc:sldMk cId="4263625594" sldId="2147374364"/>
            <ac:graphicFrameMk id="8" creationId="{A956A4F5-DC46-AA81-5513-A459D8360D5F}"/>
          </ac:graphicFrameMkLst>
        </pc:graphicFrameChg>
      </pc:sldChg>
      <pc:sldChg chg="addSp delSp modSp add mod setBg delDesignElem">
        <pc:chgData name="Oliwier Ferenc" userId="aacc4d0ce77f8a14" providerId="LiveId" clId="{8A45A03E-E549-4F68-AD4D-DD6DB7550F2A}" dt="2026-08-29T19:28:58.633" v="11674" actId="20577"/>
        <pc:sldMkLst>
          <pc:docMk/>
          <pc:sldMk cId="2651730567" sldId="2147374367"/>
        </pc:sldMkLst>
        <pc:spChg chg="mod">
          <ac:chgData name="Oliwier Ferenc" userId="aacc4d0ce77f8a14" providerId="LiveId" clId="{8A45A03E-E549-4F68-AD4D-DD6DB7550F2A}" dt="2026-08-28T14:49:00.888" v="11235" actId="20577"/>
          <ac:spMkLst>
            <pc:docMk/>
            <pc:sldMk cId="2651730567" sldId="2147374367"/>
            <ac:spMk id="2" creationId="{C723DB3C-32B8-B647-A0D7-4A95D89E509C}"/>
          </ac:spMkLst>
        </pc:spChg>
        <pc:spChg chg="mod ord">
          <ac:chgData name="Oliwier Ferenc" userId="aacc4d0ce77f8a14" providerId="LiveId" clId="{8A45A03E-E549-4F68-AD4D-DD6DB7550F2A}" dt="2026-08-29T19:28:58.633" v="11674" actId="20577"/>
          <ac:spMkLst>
            <pc:docMk/>
            <pc:sldMk cId="2651730567" sldId="2147374367"/>
            <ac:spMk id="20" creationId="{014FC92C-15DA-4060-496F-BD9DDDF3BE94}"/>
          </ac:spMkLst>
        </pc:spChg>
        <pc:spChg chg="add del">
          <ac:chgData name="Oliwier Ferenc" userId="aacc4d0ce77f8a14" providerId="LiveId" clId="{8A45A03E-E549-4F68-AD4D-DD6DB7550F2A}" dt="2026-08-28T14:50:45.771" v="11307" actId="26606"/>
          <ac:spMkLst>
            <pc:docMk/>
            <pc:sldMk cId="2651730567" sldId="2147374367"/>
            <ac:spMk id="22" creationId="{A4AC5506-6312-4701-8D3C-40187889A947}"/>
          </ac:spMkLst>
        </pc:spChg>
        <pc:spChg chg="add">
          <ac:chgData name="Oliwier Ferenc" userId="aacc4d0ce77f8a14" providerId="LiveId" clId="{8A45A03E-E549-4F68-AD4D-DD6DB7550F2A}" dt="2026-08-28T14:50:45.771" v="11307" actId="26606"/>
          <ac:spMkLst>
            <pc:docMk/>
            <pc:sldMk cId="2651730567" sldId="2147374367"/>
            <ac:spMk id="27" creationId="{A4AC5506-6312-4701-8D3C-40187889A947}"/>
          </ac:spMkLst>
        </pc:spChg>
        <pc:picChg chg="add mod">
          <ac:chgData name="Oliwier Ferenc" userId="aacc4d0ce77f8a14" providerId="LiveId" clId="{8A45A03E-E549-4F68-AD4D-DD6DB7550F2A}" dt="2026-08-28T14:50:45.771" v="11307" actId="26606"/>
          <ac:picMkLst>
            <pc:docMk/>
            <pc:sldMk cId="2651730567" sldId="2147374367"/>
            <ac:picMk id="5" creationId="{AF6EB68B-8938-C4CA-6D1D-2BC2B5D89877}"/>
          </ac:picMkLst>
        </pc:picChg>
      </pc:sldChg>
      <pc:sldChg chg="addSp delSp add mod setBg delDesignElem">
        <pc:chgData name="Oliwier Ferenc" userId="aacc4d0ce77f8a14" providerId="LiveId" clId="{8A45A03E-E549-4F68-AD4D-DD6DB7550F2A}" dt="2026-08-26T23:18:45.394" v="5599" actId="26606"/>
        <pc:sldMkLst>
          <pc:docMk/>
          <pc:sldMk cId="3900278009" sldId="2147374370"/>
        </pc:sldMkLst>
        <pc:spChg chg="add">
          <ac:chgData name="Oliwier Ferenc" userId="aacc4d0ce77f8a14" providerId="LiveId" clId="{8A45A03E-E549-4F68-AD4D-DD6DB7550F2A}" dt="2026-08-26T23:18:45.394" v="5599" actId="26606"/>
          <ac:spMkLst>
            <pc:docMk/>
            <pc:sldMk cId="3900278009" sldId="2147374370"/>
            <ac:spMk id="7" creationId="{BAD76F3E-3A97-486B-B402-44400A8B9173}"/>
          </ac:spMkLst>
        </pc:spChg>
        <pc:spChg chg="add">
          <ac:chgData name="Oliwier Ferenc" userId="aacc4d0ce77f8a14" providerId="LiveId" clId="{8A45A03E-E549-4F68-AD4D-DD6DB7550F2A}" dt="2026-08-26T23:18:45.394" v="5599" actId="26606"/>
          <ac:spMkLst>
            <pc:docMk/>
            <pc:sldMk cId="3900278009" sldId="2147374370"/>
            <ac:spMk id="9" creationId="{391F6B52-91F4-4AEB-B6DB-29FEBCF28C8B}"/>
          </ac:spMkLst>
        </pc:spChg>
        <pc:spChg chg="add">
          <ac:chgData name="Oliwier Ferenc" userId="aacc4d0ce77f8a14" providerId="LiveId" clId="{8A45A03E-E549-4F68-AD4D-DD6DB7550F2A}" dt="2026-08-26T23:18:45.394" v="5599" actId="26606"/>
          <ac:spMkLst>
            <pc:docMk/>
            <pc:sldMk cId="3900278009" sldId="2147374370"/>
            <ac:spMk id="11" creationId="{2CD6F061-7C53-44F4-9794-953DB70A451B}"/>
          </ac:spMkLst>
        </pc:spChg>
      </pc:sldChg>
      <pc:sldChg chg="addSp modSp add mod">
        <pc:chgData name="Oliwier Ferenc" userId="aacc4d0ce77f8a14" providerId="LiveId" clId="{8A45A03E-E549-4F68-AD4D-DD6DB7550F2A}" dt="2026-08-29T20:20:06.260" v="13296" actId="2085"/>
        <pc:sldMkLst>
          <pc:docMk/>
          <pc:sldMk cId="385109160" sldId="2147374371"/>
        </pc:sldMkLst>
        <pc:spChg chg="mod">
          <ac:chgData name="Oliwier Ferenc" userId="aacc4d0ce77f8a14" providerId="LiveId" clId="{8A45A03E-E549-4F68-AD4D-DD6DB7550F2A}" dt="2026-08-26T20:35:19.880" v="1425" actId="20577"/>
          <ac:spMkLst>
            <pc:docMk/>
            <pc:sldMk cId="385109160" sldId="2147374371"/>
            <ac:spMk id="2" creationId="{7EBF628B-3B22-AE48-7728-A87FDE64401A}"/>
          </ac:spMkLst>
        </pc:spChg>
        <pc:spChg chg="add mod">
          <ac:chgData name="Oliwier Ferenc" userId="aacc4d0ce77f8a14" providerId="LiveId" clId="{8A45A03E-E549-4F68-AD4D-DD6DB7550F2A}" dt="2026-08-29T19:46:45.885" v="11901" actId="767"/>
          <ac:spMkLst>
            <pc:docMk/>
            <pc:sldMk cId="385109160" sldId="2147374371"/>
            <ac:spMk id="3" creationId="{0040181F-1F36-C683-0166-3CDFB5CB8620}"/>
          </ac:spMkLst>
        </pc:spChg>
        <pc:spChg chg="mod">
          <ac:chgData name="Oliwier Ferenc" userId="aacc4d0ce77f8a14" providerId="LiveId" clId="{8A45A03E-E549-4F68-AD4D-DD6DB7550F2A}" dt="2026-08-29T20:20:06.260" v="13296" actId="2085"/>
          <ac:spMkLst>
            <pc:docMk/>
            <pc:sldMk cId="385109160" sldId="2147374371"/>
            <ac:spMk id="4" creationId="{CE3D346F-223B-77E4-E338-D384C0FADA74}"/>
          </ac:spMkLst>
        </pc:spChg>
        <pc:spChg chg="mod">
          <ac:chgData name="Oliwier Ferenc" userId="aacc4d0ce77f8a14" providerId="LiveId" clId="{8A45A03E-E549-4F68-AD4D-DD6DB7550F2A}" dt="2026-08-29T20:20:02.686" v="13295" actId="2085"/>
          <ac:spMkLst>
            <pc:docMk/>
            <pc:sldMk cId="385109160" sldId="2147374371"/>
            <ac:spMk id="6" creationId="{561895F1-DD9F-BED4-75D2-EF347BAD9835}"/>
          </ac:spMkLst>
        </pc:spChg>
        <pc:spChg chg="mod">
          <ac:chgData name="Oliwier Ferenc" userId="aacc4d0ce77f8a14" providerId="LiveId" clId="{8A45A03E-E549-4F68-AD4D-DD6DB7550F2A}" dt="2026-08-28T17:07:17.079" v="11357" actId="20577"/>
          <ac:spMkLst>
            <pc:docMk/>
            <pc:sldMk cId="385109160" sldId="2147374371"/>
            <ac:spMk id="7" creationId="{D5A99FE2-9EB9-172D-CF96-5C485D8CE34C}"/>
          </ac:spMkLst>
        </pc:spChg>
        <pc:spChg chg="mod">
          <ac:chgData name="Oliwier Ferenc" userId="aacc4d0ce77f8a14" providerId="LiveId" clId="{8A45A03E-E549-4F68-AD4D-DD6DB7550F2A}" dt="2026-08-29T13:50:38.336" v="11467" actId="20577"/>
          <ac:spMkLst>
            <pc:docMk/>
            <pc:sldMk cId="385109160" sldId="2147374371"/>
            <ac:spMk id="8" creationId="{A5473DC7-034F-193D-B1E8-3F7FDB066FB8}"/>
          </ac:spMkLst>
        </pc:spChg>
        <pc:spChg chg="mod">
          <ac:chgData name="Oliwier Ferenc" userId="aacc4d0ce77f8a14" providerId="LiveId" clId="{8A45A03E-E549-4F68-AD4D-DD6DB7550F2A}" dt="2026-08-29T20:15:39.463" v="13294" actId="20577"/>
          <ac:spMkLst>
            <pc:docMk/>
            <pc:sldMk cId="385109160" sldId="2147374371"/>
            <ac:spMk id="9" creationId="{A67C6526-07F1-3651-E00C-167DFD8153E6}"/>
          </ac:spMkLst>
        </pc:spChg>
        <pc:spChg chg="mod">
          <ac:chgData name="Oliwier Ferenc" userId="aacc4d0ce77f8a14" providerId="LiveId" clId="{8A45A03E-E549-4F68-AD4D-DD6DB7550F2A}" dt="2026-08-29T19:46:58.300" v="11930" actId="20577"/>
          <ac:spMkLst>
            <pc:docMk/>
            <pc:sldMk cId="385109160" sldId="2147374371"/>
            <ac:spMk id="15" creationId="{B55D0CFD-51F8-DEFC-5623-EE50E0910102}"/>
          </ac:spMkLst>
        </pc:spChg>
      </pc:sldChg>
      <pc:sldChg chg="addSp delSp modSp add mod">
        <pc:chgData name="Oliwier Ferenc" userId="aacc4d0ce77f8a14" providerId="LiveId" clId="{8A45A03E-E549-4F68-AD4D-DD6DB7550F2A}" dt="2026-08-29T19:28:24.280" v="11663" actId="20577"/>
        <pc:sldMkLst>
          <pc:docMk/>
          <pc:sldMk cId="2192153874" sldId="2147374372"/>
        </pc:sldMkLst>
        <pc:spChg chg="ord">
          <ac:chgData name="Oliwier Ferenc" userId="aacc4d0ce77f8a14" providerId="LiveId" clId="{8A45A03E-E549-4F68-AD4D-DD6DB7550F2A}" dt="2026-08-26T22:50:27.738" v="4727" actId="167"/>
          <ac:spMkLst>
            <pc:docMk/>
            <pc:sldMk cId="2192153874" sldId="2147374372"/>
            <ac:spMk id="2" creationId="{9A9E9F37-728C-095D-C7B8-B9962A6D98D2}"/>
          </ac:spMkLst>
        </pc:spChg>
        <pc:spChg chg="mod">
          <ac:chgData name="Oliwier Ferenc" userId="aacc4d0ce77f8a14" providerId="LiveId" clId="{8A45A03E-E549-4F68-AD4D-DD6DB7550F2A}" dt="2026-08-27T11:58:11.958" v="6345" actId="20577"/>
          <ac:spMkLst>
            <pc:docMk/>
            <pc:sldMk cId="2192153874" sldId="2147374372"/>
            <ac:spMk id="4" creationId="{79CAC471-8131-508F-7368-41DB2DBC5AC1}"/>
          </ac:spMkLst>
        </pc:spChg>
        <pc:spChg chg="mod">
          <ac:chgData name="Oliwier Ferenc" userId="aacc4d0ce77f8a14" providerId="LiveId" clId="{8A45A03E-E549-4F68-AD4D-DD6DB7550F2A}" dt="2026-08-26T23:12:40.895" v="5355" actId="20577"/>
          <ac:spMkLst>
            <pc:docMk/>
            <pc:sldMk cId="2192153874" sldId="2147374372"/>
            <ac:spMk id="7" creationId="{2FA9D934-03CD-AC05-99A2-9F569D22D9AD}"/>
          </ac:spMkLst>
        </pc:spChg>
        <pc:spChg chg="add mod">
          <ac:chgData name="Oliwier Ferenc" userId="aacc4d0ce77f8a14" providerId="LiveId" clId="{8A45A03E-E549-4F68-AD4D-DD6DB7550F2A}" dt="2026-08-29T13:53:32.817" v="11472" actId="255"/>
          <ac:spMkLst>
            <pc:docMk/>
            <pc:sldMk cId="2192153874" sldId="2147374372"/>
            <ac:spMk id="9" creationId="{74BBE513-4AF8-4E6C-40A8-268A7A28B1B6}"/>
          </ac:spMkLst>
        </pc:spChg>
        <pc:spChg chg="mod">
          <ac:chgData name="Oliwier Ferenc" userId="aacc4d0ce77f8a14" providerId="LiveId" clId="{8A45A03E-E549-4F68-AD4D-DD6DB7550F2A}" dt="2026-08-29T19:13:20.599" v="11522" actId="1076"/>
          <ac:spMkLst>
            <pc:docMk/>
            <pc:sldMk cId="2192153874" sldId="2147374372"/>
            <ac:spMk id="15" creationId="{3612D91F-A3A6-1893-FC5F-A6D337BC6900}"/>
          </ac:spMkLst>
        </pc:spChg>
        <pc:spChg chg="mod">
          <ac:chgData name="Oliwier Ferenc" userId="aacc4d0ce77f8a14" providerId="LiveId" clId="{8A45A03E-E549-4F68-AD4D-DD6DB7550F2A}" dt="2026-08-29T19:28:24.280" v="11663" actId="20577"/>
          <ac:spMkLst>
            <pc:docMk/>
            <pc:sldMk cId="2192153874" sldId="2147374372"/>
            <ac:spMk id="20" creationId="{27DA59D2-4E5D-1B80-E9A3-B7D982E65CAD}"/>
          </ac:spMkLst>
        </pc:spChg>
        <pc:graphicFrameChg chg="add mod">
          <ac:chgData name="Oliwier Ferenc" userId="aacc4d0ce77f8a14" providerId="LiveId" clId="{8A45A03E-E549-4F68-AD4D-DD6DB7550F2A}" dt="2026-08-26T23:01:39.741" v="4767" actId="207"/>
          <ac:graphicFrameMkLst>
            <pc:docMk/>
            <pc:sldMk cId="2192153874" sldId="2147374372"/>
            <ac:graphicFrameMk id="3" creationId="{A18F50A0-DB7E-9904-30C4-F9C0965A9C28}"/>
          </ac:graphicFrameMkLst>
        </pc:graphicFrameChg>
      </pc:sldChg>
      <pc:sldChg chg="addSp delSp modSp add mod">
        <pc:chgData name="Oliwier Ferenc" userId="aacc4d0ce77f8a14" providerId="LiveId" clId="{8A45A03E-E549-4F68-AD4D-DD6DB7550F2A}" dt="2026-08-29T19:28:53.070" v="11671" actId="20577"/>
        <pc:sldMkLst>
          <pc:docMk/>
          <pc:sldMk cId="805010698" sldId="2147374373"/>
        </pc:sldMkLst>
        <pc:spChg chg="add del mod">
          <ac:chgData name="Oliwier Ferenc" userId="aacc4d0ce77f8a14" providerId="LiveId" clId="{8A45A03E-E549-4F68-AD4D-DD6DB7550F2A}" dt="2026-08-26T22:43:16.194" v="4642" actId="1076"/>
          <ac:spMkLst>
            <pc:docMk/>
            <pc:sldMk cId="805010698" sldId="2147374373"/>
            <ac:spMk id="2" creationId="{DAA105B3-84A1-5D0F-7376-34F9AFE2257D}"/>
          </ac:spMkLst>
        </pc:spChg>
        <pc:spChg chg="mod">
          <ac:chgData name="Oliwier Ferenc" userId="aacc4d0ce77f8a14" providerId="LiveId" clId="{8A45A03E-E549-4F68-AD4D-DD6DB7550F2A}" dt="2026-08-27T10:43:41.771" v="5669" actId="207"/>
          <ac:spMkLst>
            <pc:docMk/>
            <pc:sldMk cId="805010698" sldId="2147374373"/>
            <ac:spMk id="6" creationId="{0F93286F-49A0-D7BC-097C-00743FF6167B}"/>
          </ac:spMkLst>
        </pc:spChg>
        <pc:spChg chg="mod">
          <ac:chgData name="Oliwier Ferenc" userId="aacc4d0ce77f8a14" providerId="LiveId" clId="{8A45A03E-E549-4F68-AD4D-DD6DB7550F2A}" dt="2026-08-26T22:08:15.357" v="3472" actId="1076"/>
          <ac:spMkLst>
            <pc:docMk/>
            <pc:sldMk cId="805010698" sldId="2147374373"/>
            <ac:spMk id="9" creationId="{0706FEE1-D80D-8AFE-A571-0083E95F780C}"/>
          </ac:spMkLst>
        </pc:spChg>
        <pc:spChg chg="mod">
          <ac:chgData name="Oliwier Ferenc" userId="aacc4d0ce77f8a14" providerId="LiveId" clId="{8A45A03E-E549-4F68-AD4D-DD6DB7550F2A}" dt="2026-08-29T19:14:01.481" v="11527" actId="1076"/>
          <ac:spMkLst>
            <pc:docMk/>
            <pc:sldMk cId="805010698" sldId="2147374373"/>
            <ac:spMk id="15" creationId="{059D3327-19ED-A77B-FBC2-1D4AC7AF0E69}"/>
          </ac:spMkLst>
        </pc:spChg>
        <pc:spChg chg="add mod">
          <ac:chgData name="Oliwier Ferenc" userId="aacc4d0ce77f8a14" providerId="LiveId" clId="{8A45A03E-E549-4F68-AD4D-DD6DB7550F2A}" dt="2026-08-27T10:43:26.858" v="5667" actId="207"/>
          <ac:spMkLst>
            <pc:docMk/>
            <pc:sldMk cId="805010698" sldId="2147374373"/>
            <ac:spMk id="16" creationId="{979FDDDA-46EA-6A07-D06B-E1C2F7D8F701}"/>
          </ac:spMkLst>
        </pc:spChg>
        <pc:spChg chg="add mod">
          <ac:chgData name="Oliwier Ferenc" userId="aacc4d0ce77f8a14" providerId="LiveId" clId="{8A45A03E-E549-4F68-AD4D-DD6DB7550F2A}" dt="2026-08-27T10:42:47.406" v="5661" actId="207"/>
          <ac:spMkLst>
            <pc:docMk/>
            <pc:sldMk cId="805010698" sldId="2147374373"/>
            <ac:spMk id="17" creationId="{B992CFCE-2D3B-762F-86BB-C5FCE97066E3}"/>
          </ac:spMkLst>
        </pc:spChg>
        <pc:spChg chg="mod">
          <ac:chgData name="Oliwier Ferenc" userId="aacc4d0ce77f8a14" providerId="LiveId" clId="{8A45A03E-E549-4F68-AD4D-DD6DB7550F2A}" dt="2026-08-29T19:28:53.070" v="11671" actId="20577"/>
          <ac:spMkLst>
            <pc:docMk/>
            <pc:sldMk cId="805010698" sldId="2147374373"/>
            <ac:spMk id="20" creationId="{C5828AFE-2511-6EE8-50F7-3C6F9BDC07A2}"/>
          </ac:spMkLst>
        </pc:spChg>
        <pc:spChg chg="add mod">
          <ac:chgData name="Oliwier Ferenc" userId="aacc4d0ce77f8a14" providerId="LiveId" clId="{8A45A03E-E549-4F68-AD4D-DD6DB7550F2A}" dt="2026-08-26T22:09:06.301" v="3474" actId="2711"/>
          <ac:spMkLst>
            <pc:docMk/>
            <pc:sldMk cId="805010698" sldId="2147374373"/>
            <ac:spMk id="25" creationId="{B3F82469-3B63-A63E-707A-450A2FF56C84}"/>
          </ac:spMkLst>
        </pc:spChg>
        <pc:spChg chg="add mod">
          <ac:chgData name="Oliwier Ferenc" userId="aacc4d0ce77f8a14" providerId="LiveId" clId="{8A45A03E-E549-4F68-AD4D-DD6DB7550F2A}" dt="2026-08-27T12:41:26.429" v="7754" actId="20577"/>
          <ac:spMkLst>
            <pc:docMk/>
            <pc:sldMk cId="805010698" sldId="2147374373"/>
            <ac:spMk id="27" creationId="{539EA65F-8DC8-B165-BD68-FBB383890AD9}"/>
          </ac:spMkLst>
        </pc:spChg>
        <pc:spChg chg="add mod">
          <ac:chgData name="Oliwier Ferenc" userId="aacc4d0ce77f8a14" providerId="LiveId" clId="{8A45A03E-E549-4F68-AD4D-DD6DB7550F2A}" dt="2026-08-26T22:09:11.563" v="3475" actId="2711"/>
          <ac:spMkLst>
            <pc:docMk/>
            <pc:sldMk cId="805010698" sldId="2147374373"/>
            <ac:spMk id="28" creationId="{B7F963C4-3EEF-4802-4724-0C9D97447964}"/>
          </ac:spMkLst>
        </pc:spChg>
        <pc:spChg chg="add mod">
          <ac:chgData name="Oliwier Ferenc" userId="aacc4d0ce77f8a14" providerId="LiveId" clId="{8A45A03E-E549-4F68-AD4D-DD6DB7550F2A}" dt="2026-08-28T17:05:31.173" v="11339" actId="14100"/>
          <ac:spMkLst>
            <pc:docMk/>
            <pc:sldMk cId="805010698" sldId="2147374373"/>
            <ac:spMk id="36" creationId="{E1889D03-968B-FFCA-B91E-5EE54EE01A10}"/>
          </ac:spMkLst>
        </pc:spChg>
        <pc:grpChg chg="add mod">
          <ac:chgData name="Oliwier Ferenc" userId="aacc4d0ce77f8a14" providerId="LiveId" clId="{8A45A03E-E549-4F68-AD4D-DD6DB7550F2A}" dt="2026-08-26T22:00:17.874" v="3149" actId="164"/>
          <ac:grpSpMkLst>
            <pc:docMk/>
            <pc:sldMk cId="805010698" sldId="2147374373"/>
            <ac:grpSpMk id="31" creationId="{23865E9D-D1F5-F7A2-0172-BCDC20F64128}"/>
          </ac:grpSpMkLst>
        </pc:grpChg>
        <pc:grpChg chg="add mod">
          <ac:chgData name="Oliwier Ferenc" userId="aacc4d0ce77f8a14" providerId="LiveId" clId="{8A45A03E-E549-4F68-AD4D-DD6DB7550F2A}" dt="2026-08-26T22:00:17.874" v="3149" actId="164"/>
          <ac:grpSpMkLst>
            <pc:docMk/>
            <pc:sldMk cId="805010698" sldId="2147374373"/>
            <ac:grpSpMk id="32" creationId="{2EC019BC-C5E1-EEE4-A62A-93815618C7EB}"/>
          </ac:grpSpMkLst>
        </pc:grpChg>
        <pc:grpChg chg="add mod">
          <ac:chgData name="Oliwier Ferenc" userId="aacc4d0ce77f8a14" providerId="LiveId" clId="{8A45A03E-E549-4F68-AD4D-DD6DB7550F2A}" dt="2026-08-26T22:00:17.874" v="3149" actId="164"/>
          <ac:grpSpMkLst>
            <pc:docMk/>
            <pc:sldMk cId="805010698" sldId="2147374373"/>
            <ac:grpSpMk id="33" creationId="{2B4711B9-7C07-2975-FDF7-F6913130742B}"/>
          </ac:grpSpMkLst>
        </pc:grpChg>
        <pc:grpChg chg="add mod">
          <ac:chgData name="Oliwier Ferenc" userId="aacc4d0ce77f8a14" providerId="LiveId" clId="{8A45A03E-E549-4F68-AD4D-DD6DB7550F2A}" dt="2026-08-26T22:43:03.628" v="4639" actId="1076"/>
          <ac:grpSpMkLst>
            <pc:docMk/>
            <pc:sldMk cId="805010698" sldId="2147374373"/>
            <ac:grpSpMk id="34" creationId="{54B283EC-4BCD-43CF-C566-832BEF5D0154}"/>
          </ac:grpSpMkLst>
        </pc:grpChg>
      </pc:sldChg>
      <pc:sldChg chg="addSp delSp modSp add mod">
        <pc:chgData name="Oliwier Ferenc" userId="aacc4d0ce77f8a14" providerId="LiveId" clId="{8A45A03E-E549-4F68-AD4D-DD6DB7550F2A}" dt="2026-08-29T19:28:39.049" v="11665" actId="20577"/>
        <pc:sldMkLst>
          <pc:docMk/>
          <pc:sldMk cId="841390630" sldId="2147374374"/>
        </pc:sldMkLst>
        <pc:spChg chg="mod">
          <ac:chgData name="Oliwier Ferenc" userId="aacc4d0ce77f8a14" providerId="LiveId" clId="{8A45A03E-E549-4F68-AD4D-DD6DB7550F2A}" dt="2026-08-27T11:06:47.922" v="5889" actId="20577"/>
          <ac:spMkLst>
            <pc:docMk/>
            <pc:sldMk cId="841390630" sldId="2147374374"/>
            <ac:spMk id="2" creationId="{CA904476-6BB4-1386-56A3-BB8EDDE9716E}"/>
          </ac:spMkLst>
        </pc:spChg>
        <pc:spChg chg="mod">
          <ac:chgData name="Oliwier Ferenc" userId="aacc4d0ce77f8a14" providerId="LiveId" clId="{8A45A03E-E549-4F68-AD4D-DD6DB7550F2A}" dt="2026-08-27T10:58:59.386" v="5729" actId="1076"/>
          <ac:spMkLst>
            <pc:docMk/>
            <pc:sldMk cId="841390630" sldId="2147374374"/>
            <ac:spMk id="6" creationId="{3ED5505A-06B2-4604-FADC-8FEECB8BF70D}"/>
          </ac:spMkLst>
        </pc:spChg>
        <pc:spChg chg="mod ord">
          <ac:chgData name="Oliwier Ferenc" userId="aacc4d0ce77f8a14" providerId="LiveId" clId="{8A45A03E-E549-4F68-AD4D-DD6DB7550F2A}" dt="2026-08-28T14:46:36.146" v="11204" actId="207"/>
          <ac:spMkLst>
            <pc:docMk/>
            <pc:sldMk cId="841390630" sldId="2147374374"/>
            <ac:spMk id="7" creationId="{D1D0E6A7-7E3E-0DDF-A069-06C7C79D778A}"/>
          </ac:spMkLst>
        </pc:spChg>
        <pc:spChg chg="mod">
          <ac:chgData name="Oliwier Ferenc" userId="aacc4d0ce77f8a14" providerId="LiveId" clId="{8A45A03E-E549-4F68-AD4D-DD6DB7550F2A}" dt="2026-08-27T10:58:59.386" v="5729" actId="1076"/>
          <ac:spMkLst>
            <pc:docMk/>
            <pc:sldMk cId="841390630" sldId="2147374374"/>
            <ac:spMk id="12" creationId="{EDCCC80E-8C3E-C082-C2F9-6DB7E73DEFB1}"/>
          </ac:spMkLst>
        </pc:spChg>
        <pc:spChg chg="mod">
          <ac:chgData name="Oliwier Ferenc" userId="aacc4d0ce77f8a14" providerId="LiveId" clId="{8A45A03E-E549-4F68-AD4D-DD6DB7550F2A}" dt="2026-08-29T19:13:33.300" v="11523" actId="1076"/>
          <ac:spMkLst>
            <pc:docMk/>
            <pc:sldMk cId="841390630" sldId="2147374374"/>
            <ac:spMk id="15" creationId="{CD2BB813-BA62-7C58-FF5D-CE91124429AB}"/>
          </ac:spMkLst>
        </pc:spChg>
        <pc:spChg chg="add mod">
          <ac:chgData name="Oliwier Ferenc" userId="aacc4d0ce77f8a14" providerId="LiveId" clId="{8A45A03E-E549-4F68-AD4D-DD6DB7550F2A}" dt="2026-08-27T12:37:47.151" v="7738" actId="1076"/>
          <ac:spMkLst>
            <pc:docMk/>
            <pc:sldMk cId="841390630" sldId="2147374374"/>
            <ac:spMk id="23" creationId="{D7EF6F67-4726-08EB-A471-9D6A95D0CE7E}"/>
          </ac:spMkLst>
        </pc:spChg>
        <pc:spChg chg="add mod">
          <ac:chgData name="Oliwier Ferenc" userId="aacc4d0ce77f8a14" providerId="LiveId" clId="{8A45A03E-E549-4F68-AD4D-DD6DB7550F2A}" dt="2026-08-27T12:37:49.370" v="7739" actId="1076"/>
          <ac:spMkLst>
            <pc:docMk/>
            <pc:sldMk cId="841390630" sldId="2147374374"/>
            <ac:spMk id="25" creationId="{D2392455-1505-5098-E3CD-AF3337CE818C}"/>
          </ac:spMkLst>
        </pc:spChg>
        <pc:spChg chg="add mod">
          <ac:chgData name="Oliwier Ferenc" userId="aacc4d0ce77f8a14" providerId="LiveId" clId="{8A45A03E-E549-4F68-AD4D-DD6DB7550F2A}" dt="2026-08-27T12:37:56.839" v="7742" actId="1076"/>
          <ac:spMkLst>
            <pc:docMk/>
            <pc:sldMk cId="841390630" sldId="2147374374"/>
            <ac:spMk id="27" creationId="{94D2B353-DFB4-4AF8-F4A0-8372490C597D}"/>
          </ac:spMkLst>
        </pc:spChg>
        <pc:spChg chg="add mod">
          <ac:chgData name="Oliwier Ferenc" userId="aacc4d0ce77f8a14" providerId="LiveId" clId="{8A45A03E-E549-4F68-AD4D-DD6DB7550F2A}" dt="2026-08-27T11:57:39.558" v="6299" actId="20577"/>
          <ac:spMkLst>
            <pc:docMk/>
            <pc:sldMk cId="841390630" sldId="2147374374"/>
            <ac:spMk id="29" creationId="{4353E545-48E7-963F-B1F7-CEE27C8ED1C8}"/>
          </ac:spMkLst>
        </pc:spChg>
        <pc:spChg chg="add mod">
          <ac:chgData name="Oliwier Ferenc" userId="aacc4d0ce77f8a14" providerId="LiveId" clId="{8A45A03E-E549-4F68-AD4D-DD6DB7550F2A}" dt="2026-08-27T12:38:05.136" v="7745" actId="1076"/>
          <ac:spMkLst>
            <pc:docMk/>
            <pc:sldMk cId="841390630" sldId="2147374374"/>
            <ac:spMk id="31" creationId="{A68241AD-AEFE-C371-5BB5-66D316D48468}"/>
          </ac:spMkLst>
        </pc:spChg>
        <pc:spChg chg="add mod">
          <ac:chgData name="Oliwier Ferenc" userId="aacc4d0ce77f8a14" providerId="LiveId" clId="{8A45A03E-E549-4F68-AD4D-DD6DB7550F2A}" dt="2026-08-29T19:28:39.049" v="11665" actId="20577"/>
          <ac:spMkLst>
            <pc:docMk/>
            <pc:sldMk cId="841390630" sldId="2147374374"/>
            <ac:spMk id="38" creationId="{CC8E0AFA-E4BE-B80E-6079-3680C2C7FA3E}"/>
          </ac:spMkLst>
        </pc:spChg>
        <pc:grpChg chg="add mod ord">
          <ac:chgData name="Oliwier Ferenc" userId="aacc4d0ce77f8a14" providerId="LiveId" clId="{8A45A03E-E549-4F68-AD4D-DD6DB7550F2A}" dt="2026-08-27T11:11:17.129" v="5913" actId="164"/>
          <ac:grpSpMkLst>
            <pc:docMk/>
            <pc:sldMk cId="841390630" sldId="2147374374"/>
            <ac:grpSpMk id="30" creationId="{55ABB53B-6A1D-AD08-E8A7-0D5EB4FD2AF4}"/>
          </ac:grpSpMkLst>
        </pc:grpChg>
        <pc:grpChg chg="add mod">
          <ac:chgData name="Oliwier Ferenc" userId="aacc4d0ce77f8a14" providerId="LiveId" clId="{8A45A03E-E549-4F68-AD4D-DD6DB7550F2A}" dt="2026-08-27T12:36:23.368" v="7722" actId="14100"/>
          <ac:grpSpMkLst>
            <pc:docMk/>
            <pc:sldMk cId="841390630" sldId="2147374374"/>
            <ac:grpSpMk id="32" creationId="{E5E3DE62-AEEC-FD11-20F9-0EB66515EC8C}"/>
          </ac:grpSpMkLst>
        </pc:grpChg>
        <pc:graphicFrameChg chg="add mod ord">
          <ac:chgData name="Oliwier Ferenc" userId="aacc4d0ce77f8a14" providerId="LiveId" clId="{8A45A03E-E549-4F68-AD4D-DD6DB7550F2A}" dt="2026-08-27T12:38:40.465" v="7747"/>
          <ac:graphicFrameMkLst>
            <pc:docMk/>
            <pc:sldMk cId="841390630" sldId="2147374374"/>
            <ac:graphicFrameMk id="16" creationId="{213F8C1F-A665-1476-ABCB-742DEC4CDB31}"/>
          </ac:graphicFrameMkLst>
        </pc:graphicFrameChg>
        <pc:graphicFrameChg chg="add mod modGraphic">
          <ac:chgData name="Oliwier Ferenc" userId="aacc4d0ce77f8a14" providerId="LiveId" clId="{8A45A03E-E549-4F68-AD4D-DD6DB7550F2A}" dt="2026-08-27T12:30:25.227" v="7540" actId="1076"/>
          <ac:graphicFrameMkLst>
            <pc:docMk/>
            <pc:sldMk cId="841390630" sldId="2147374374"/>
            <ac:graphicFrameMk id="33" creationId="{CE8A698E-1C0F-2CC1-7A7C-2A1ED532AF48}"/>
          </ac:graphicFrameMkLst>
        </pc:graphicFrameChg>
        <pc:cxnChg chg="mod">
          <ac:chgData name="Oliwier Ferenc" userId="aacc4d0ce77f8a14" providerId="LiveId" clId="{8A45A03E-E549-4F68-AD4D-DD6DB7550F2A}" dt="2026-08-27T12:32:51.580" v="7654" actId="1076"/>
          <ac:cxnSpMkLst>
            <pc:docMk/>
            <pc:sldMk cId="841390630" sldId="2147374374"/>
            <ac:cxnSpMk id="14" creationId="{10DBEFC4-0ACD-DF70-DE3C-4F34699679BB}"/>
          </ac:cxnSpMkLst>
        </pc:cxnChg>
        <pc:cxnChg chg="add mod">
          <ac:chgData name="Oliwier Ferenc" userId="aacc4d0ce77f8a14" providerId="LiveId" clId="{8A45A03E-E549-4F68-AD4D-DD6DB7550F2A}" dt="2026-08-27T12:37:32.511" v="7735" actId="1076"/>
          <ac:cxnSpMkLst>
            <pc:docMk/>
            <pc:sldMk cId="841390630" sldId="2147374374"/>
            <ac:cxnSpMk id="17" creationId="{7E40DD9C-C38E-425C-D279-908A40F70D15}"/>
          </ac:cxnSpMkLst>
        </pc:cxnChg>
        <pc:cxnChg chg="add mod">
          <ac:chgData name="Oliwier Ferenc" userId="aacc4d0ce77f8a14" providerId="LiveId" clId="{8A45A03E-E549-4F68-AD4D-DD6DB7550F2A}" dt="2026-08-27T12:37:37.513" v="7737" actId="14100"/>
          <ac:cxnSpMkLst>
            <pc:docMk/>
            <pc:sldMk cId="841390630" sldId="2147374374"/>
            <ac:cxnSpMk id="19" creationId="{A106A497-5739-194A-FB82-31F3B969AD8A}"/>
          </ac:cxnSpMkLst>
        </pc:cxnChg>
      </pc:sldChg>
      <pc:sldChg chg="addSp delSp modSp add mod">
        <pc:chgData name="Oliwier Ferenc" userId="aacc4d0ce77f8a14" providerId="LiveId" clId="{8A45A03E-E549-4F68-AD4D-DD6DB7550F2A}" dt="2026-08-29T19:28:49.079" v="11669" actId="20577"/>
        <pc:sldMkLst>
          <pc:docMk/>
          <pc:sldMk cId="1499282811" sldId="2147374375"/>
        </pc:sldMkLst>
        <pc:spChg chg="mod ord">
          <ac:chgData name="Oliwier Ferenc" userId="aacc4d0ce77f8a14" providerId="LiveId" clId="{8A45A03E-E549-4F68-AD4D-DD6DB7550F2A}" dt="2026-08-28T13:42:11.983" v="10179" actId="167"/>
          <ac:spMkLst>
            <pc:docMk/>
            <pc:sldMk cId="1499282811" sldId="2147374375"/>
            <ac:spMk id="2" creationId="{49ABEF89-3DD6-CD1D-7B2A-7FF712F4C1AB}"/>
          </ac:spMkLst>
        </pc:spChg>
        <pc:spChg chg="mod">
          <ac:chgData name="Oliwier Ferenc" userId="aacc4d0ce77f8a14" providerId="LiveId" clId="{8A45A03E-E549-4F68-AD4D-DD6DB7550F2A}" dt="2026-08-28T13:45:15.114" v="10399" actId="20577"/>
          <ac:spMkLst>
            <pc:docMk/>
            <pc:sldMk cId="1499282811" sldId="2147374375"/>
            <ac:spMk id="4" creationId="{2E591E4A-C07C-7B3B-F753-17605D133810}"/>
          </ac:spMkLst>
        </pc:spChg>
        <pc:spChg chg="mod">
          <ac:chgData name="Oliwier Ferenc" userId="aacc4d0ce77f8a14" providerId="LiveId" clId="{8A45A03E-E549-4F68-AD4D-DD6DB7550F2A}" dt="2026-08-28T14:45:17.660" v="11192" actId="1076"/>
          <ac:spMkLst>
            <pc:docMk/>
            <pc:sldMk cId="1499282811" sldId="2147374375"/>
            <ac:spMk id="6" creationId="{61552C72-B2FE-9F97-41A7-0C6B506956C5}"/>
          </ac:spMkLst>
        </pc:spChg>
        <pc:spChg chg="mod">
          <ac:chgData name="Oliwier Ferenc" userId="aacc4d0ce77f8a14" providerId="LiveId" clId="{8A45A03E-E549-4F68-AD4D-DD6DB7550F2A}" dt="2026-08-28T14:45:09.078" v="11190" actId="255"/>
          <ac:spMkLst>
            <pc:docMk/>
            <pc:sldMk cId="1499282811" sldId="2147374375"/>
            <ac:spMk id="7" creationId="{E423372C-4C4B-61EA-A934-0E3067E4A4F4}"/>
          </ac:spMkLst>
        </pc:spChg>
        <pc:spChg chg="add mod">
          <ac:chgData name="Oliwier Ferenc" userId="aacc4d0ce77f8a14" providerId="LiveId" clId="{8A45A03E-E549-4F68-AD4D-DD6DB7550F2A}" dt="2026-08-28T14:55:58.871" v="11327" actId="1076"/>
          <ac:spMkLst>
            <pc:docMk/>
            <pc:sldMk cId="1499282811" sldId="2147374375"/>
            <ac:spMk id="9" creationId="{E5A879D1-27DD-A731-A91B-67AF28704D98}"/>
          </ac:spMkLst>
        </pc:spChg>
        <pc:spChg chg="mod">
          <ac:chgData name="Oliwier Ferenc" userId="aacc4d0ce77f8a14" providerId="LiveId" clId="{8A45A03E-E549-4F68-AD4D-DD6DB7550F2A}" dt="2026-08-29T19:13:58.048" v="11526" actId="1076"/>
          <ac:spMkLst>
            <pc:docMk/>
            <pc:sldMk cId="1499282811" sldId="2147374375"/>
            <ac:spMk id="15" creationId="{D78C60A3-4A6D-7E1D-6015-CA6B6A359FB3}"/>
          </ac:spMkLst>
        </pc:spChg>
        <pc:spChg chg="mod">
          <ac:chgData name="Oliwier Ferenc" userId="aacc4d0ce77f8a14" providerId="LiveId" clId="{8A45A03E-E549-4F68-AD4D-DD6DB7550F2A}" dt="2026-08-29T19:28:49.079" v="11669" actId="20577"/>
          <ac:spMkLst>
            <pc:docMk/>
            <pc:sldMk cId="1499282811" sldId="2147374375"/>
            <ac:spMk id="20" creationId="{ECF18EBB-7AE7-80F2-0B48-66E8AFFA7AE2}"/>
          </ac:spMkLst>
        </pc:spChg>
        <pc:graphicFrameChg chg="add del mod">
          <ac:chgData name="Oliwier Ferenc" userId="aacc4d0ce77f8a14" providerId="LiveId" clId="{8A45A03E-E549-4F68-AD4D-DD6DB7550F2A}" dt="2026-08-28T14:47:17.173" v="11205"/>
          <ac:graphicFrameMkLst>
            <pc:docMk/>
            <pc:sldMk cId="1499282811" sldId="2147374375"/>
            <ac:graphicFrameMk id="5" creationId="{4864BCD0-E89D-665C-5D0C-0027CC0F9532}"/>
          </ac:graphicFrameMkLst>
        </pc:graphicFrameChg>
        <pc:cxnChg chg="add mod">
          <ac:chgData name="Oliwier Ferenc" userId="aacc4d0ce77f8a14" providerId="LiveId" clId="{8A45A03E-E549-4F68-AD4D-DD6DB7550F2A}" dt="2026-08-28T14:56:51.688" v="11332"/>
          <ac:cxnSpMkLst>
            <pc:docMk/>
            <pc:sldMk cId="1499282811" sldId="2147374375"/>
            <ac:cxnSpMk id="3" creationId="{ACB6D5EB-5952-B9E0-4033-2453B264B9C7}"/>
          </ac:cxnSpMkLst>
        </pc:cxnChg>
        <pc:cxnChg chg="del mod">
          <ac:chgData name="Oliwier Ferenc" userId="aacc4d0ce77f8a14" providerId="LiveId" clId="{8A45A03E-E549-4F68-AD4D-DD6DB7550F2A}" dt="2026-08-28T14:56:46.182" v="11331" actId="478"/>
          <ac:cxnSpMkLst>
            <pc:docMk/>
            <pc:sldMk cId="1499282811" sldId="2147374375"/>
            <ac:cxnSpMk id="14" creationId="{6BCB5793-F046-4C8C-AD63-298E0154BFBC}"/>
          </ac:cxnSpMkLst>
        </pc:cxnChg>
      </pc:sldChg>
      <pc:sldChg chg="addSp modSp add mod ord">
        <pc:chgData name="Oliwier Ferenc" userId="aacc4d0ce77f8a14" providerId="LiveId" clId="{8A45A03E-E549-4F68-AD4D-DD6DB7550F2A}" dt="2026-08-29T19:28:45.354" v="11667" actId="20577"/>
        <pc:sldMkLst>
          <pc:docMk/>
          <pc:sldMk cId="2498820069" sldId="2147374376"/>
        </pc:sldMkLst>
        <pc:spChg chg="mod ord">
          <ac:chgData name="Oliwier Ferenc" userId="aacc4d0ce77f8a14" providerId="LiveId" clId="{8A45A03E-E549-4F68-AD4D-DD6DB7550F2A}" dt="2026-08-29T13:46:10.865" v="11397" actId="20577"/>
          <ac:spMkLst>
            <pc:docMk/>
            <pc:sldMk cId="2498820069" sldId="2147374376"/>
            <ac:spMk id="2" creationId="{55948640-CB4D-D062-5723-627F08D18399}"/>
          </ac:spMkLst>
        </pc:spChg>
        <pc:spChg chg="mod">
          <ac:chgData name="Oliwier Ferenc" userId="aacc4d0ce77f8a14" providerId="LiveId" clId="{8A45A03E-E549-4F68-AD4D-DD6DB7550F2A}" dt="2026-08-28T16:30:42.285" v="11335" actId="2711"/>
          <ac:spMkLst>
            <pc:docMk/>
            <pc:sldMk cId="2498820069" sldId="2147374376"/>
            <ac:spMk id="7" creationId="{2A7B2B2F-CBD7-E942-2AE2-7F4BB54A270B}"/>
          </ac:spMkLst>
        </pc:spChg>
        <pc:spChg chg="add mod">
          <ac:chgData name="Oliwier Ferenc" userId="aacc4d0ce77f8a14" providerId="LiveId" clId="{8A45A03E-E549-4F68-AD4D-DD6DB7550F2A}" dt="2026-08-28T14:56:33.327" v="11330" actId="1076"/>
          <ac:spMkLst>
            <pc:docMk/>
            <pc:sldMk cId="2498820069" sldId="2147374376"/>
            <ac:spMk id="8" creationId="{C98E2AF7-8718-4526-2150-86DA2C969C2B}"/>
          </ac:spMkLst>
        </pc:spChg>
        <pc:spChg chg="mod">
          <ac:chgData name="Oliwier Ferenc" userId="aacc4d0ce77f8a14" providerId="LiveId" clId="{8A45A03E-E549-4F68-AD4D-DD6DB7550F2A}" dt="2026-08-29T19:13:53.570" v="11525" actId="1076"/>
          <ac:spMkLst>
            <pc:docMk/>
            <pc:sldMk cId="2498820069" sldId="2147374376"/>
            <ac:spMk id="15" creationId="{2F4A16D5-4F7F-52B5-68C9-49390902A404}"/>
          </ac:spMkLst>
        </pc:spChg>
        <pc:spChg chg="mod">
          <ac:chgData name="Oliwier Ferenc" userId="aacc4d0ce77f8a14" providerId="LiveId" clId="{8A45A03E-E549-4F68-AD4D-DD6DB7550F2A}" dt="2026-08-29T19:28:45.354" v="11667" actId="20577"/>
          <ac:spMkLst>
            <pc:docMk/>
            <pc:sldMk cId="2498820069" sldId="2147374376"/>
            <ac:spMk id="20" creationId="{83EBBCAD-3BB3-5983-3FFB-3D341A266D4D}"/>
          </ac:spMkLst>
        </pc:spChg>
        <pc:graphicFrameChg chg="add mod">
          <ac:chgData name="Oliwier Ferenc" userId="aacc4d0ce77f8a14" providerId="LiveId" clId="{8A45A03E-E549-4F68-AD4D-DD6DB7550F2A}" dt="2026-08-28T12:32:18.650" v="10011"/>
          <ac:graphicFrameMkLst>
            <pc:docMk/>
            <pc:sldMk cId="2498820069" sldId="2147374376"/>
            <ac:graphicFrameMk id="3" creationId="{99487071-83F0-2189-66D2-E160E5205339}"/>
          </ac:graphicFrameMkLst>
        </pc:graphicFrameChg>
        <pc:cxnChg chg="mod">
          <ac:chgData name="Oliwier Ferenc" userId="aacc4d0ce77f8a14" providerId="LiveId" clId="{8A45A03E-E549-4F68-AD4D-DD6DB7550F2A}" dt="2026-08-28T12:29:47.407" v="9896" actId="1076"/>
          <ac:cxnSpMkLst>
            <pc:docMk/>
            <pc:sldMk cId="2498820069" sldId="2147374376"/>
            <ac:cxnSpMk id="14" creationId="{9D114D16-7988-25DE-3741-7B7227B9F36B}"/>
          </ac:cxnSpMkLst>
        </pc:cxnChg>
      </pc:sldChg>
      <pc:sldChg chg="addSp delSp modSp add mod">
        <pc:chgData name="Oliwier Ferenc" userId="aacc4d0ce77f8a14" providerId="LiveId" clId="{8A45A03E-E549-4F68-AD4D-DD6DB7550F2A}" dt="2026-08-29T19:29:02.374" v="11676" actId="20577"/>
        <pc:sldMkLst>
          <pc:docMk/>
          <pc:sldMk cId="3753481709" sldId="2147374377"/>
        </pc:sldMkLst>
        <pc:spChg chg="mod">
          <ac:chgData name="Oliwier Ferenc" userId="aacc4d0ce77f8a14" providerId="LiveId" clId="{8A45A03E-E549-4F68-AD4D-DD6DB7550F2A}" dt="2026-08-28T14:50:41.066" v="11306" actId="26606"/>
          <ac:spMkLst>
            <pc:docMk/>
            <pc:sldMk cId="3753481709" sldId="2147374377"/>
            <ac:spMk id="2" creationId="{A38AD715-1706-1345-C8D6-BF21562AD2E3}"/>
          </ac:spMkLst>
        </pc:spChg>
        <pc:spChg chg="mod ord">
          <ac:chgData name="Oliwier Ferenc" userId="aacc4d0ce77f8a14" providerId="LiveId" clId="{8A45A03E-E549-4F68-AD4D-DD6DB7550F2A}" dt="2026-08-29T19:29:02.374" v="11676" actId="20577"/>
          <ac:spMkLst>
            <pc:docMk/>
            <pc:sldMk cId="3753481709" sldId="2147374377"/>
            <ac:spMk id="20" creationId="{C53D6F39-7001-A1CC-CAD2-77BE014EE457}"/>
          </ac:spMkLst>
        </pc:spChg>
        <pc:spChg chg="del">
          <ac:chgData name="Oliwier Ferenc" userId="aacc4d0ce77f8a14" providerId="LiveId" clId="{8A45A03E-E549-4F68-AD4D-DD6DB7550F2A}" dt="2026-08-28T14:50:41.066" v="11306" actId="26606"/>
          <ac:spMkLst>
            <pc:docMk/>
            <pc:sldMk cId="3753481709" sldId="2147374377"/>
            <ac:spMk id="22" creationId="{44DC26D4-BA98-1A22-C638-838776117930}"/>
          </ac:spMkLst>
        </pc:spChg>
        <pc:spChg chg="add">
          <ac:chgData name="Oliwier Ferenc" userId="aacc4d0ce77f8a14" providerId="LiveId" clId="{8A45A03E-E549-4F68-AD4D-DD6DB7550F2A}" dt="2026-08-28T14:50:41.066" v="11306" actId="26606"/>
          <ac:spMkLst>
            <pc:docMk/>
            <pc:sldMk cId="3753481709" sldId="2147374377"/>
            <ac:spMk id="27" creationId="{A4AC5506-6312-4701-8D3C-40187889A947}"/>
          </ac:spMkLst>
        </pc:spChg>
        <pc:picChg chg="add mod">
          <ac:chgData name="Oliwier Ferenc" userId="aacc4d0ce77f8a14" providerId="LiveId" clId="{8A45A03E-E549-4F68-AD4D-DD6DB7550F2A}" dt="2026-08-28T14:50:41.066" v="11306" actId="26606"/>
          <ac:picMkLst>
            <pc:docMk/>
            <pc:sldMk cId="3753481709" sldId="2147374377"/>
            <ac:picMk id="4" creationId="{93305AE4-06D6-CC9A-9F22-1B2A6762995E}"/>
          </ac:picMkLst>
        </pc:picChg>
        <pc:picChg chg="del">
          <ac:chgData name="Oliwier Ferenc" userId="aacc4d0ce77f8a14" providerId="LiveId" clId="{8A45A03E-E549-4F68-AD4D-DD6DB7550F2A}" dt="2026-08-28T14:49:17.724" v="11261" actId="478"/>
          <ac:picMkLst>
            <pc:docMk/>
            <pc:sldMk cId="3753481709" sldId="2147374377"/>
            <ac:picMk id="5" creationId="{796396A0-3510-5122-120E-81D0F9AACAAC}"/>
          </ac:picMkLst>
        </pc:picChg>
      </pc:sldChg>
      <pc:sldChg chg="addSp delSp modSp add mod">
        <pc:chgData name="Oliwier Ferenc" userId="aacc4d0ce77f8a14" providerId="LiveId" clId="{8A45A03E-E549-4F68-AD4D-DD6DB7550F2A}" dt="2026-08-29T19:29:05.945" v="11678" actId="20577"/>
        <pc:sldMkLst>
          <pc:docMk/>
          <pc:sldMk cId="702045376" sldId="2147374378"/>
        </pc:sldMkLst>
        <pc:spChg chg="mod">
          <ac:chgData name="Oliwier Ferenc" userId="aacc4d0ce77f8a14" providerId="LiveId" clId="{8A45A03E-E549-4F68-AD4D-DD6DB7550F2A}" dt="2026-08-28T14:50:02.460" v="11285" actId="20577"/>
          <ac:spMkLst>
            <pc:docMk/>
            <pc:sldMk cId="702045376" sldId="2147374378"/>
            <ac:spMk id="2" creationId="{CE09BBF8-5C62-0C82-38EE-B93045A0D4E0}"/>
          </ac:spMkLst>
        </pc:spChg>
        <pc:spChg chg="mod ord">
          <ac:chgData name="Oliwier Ferenc" userId="aacc4d0ce77f8a14" providerId="LiveId" clId="{8A45A03E-E549-4F68-AD4D-DD6DB7550F2A}" dt="2026-08-29T19:29:05.945" v="11678" actId="20577"/>
          <ac:spMkLst>
            <pc:docMk/>
            <pc:sldMk cId="702045376" sldId="2147374378"/>
            <ac:spMk id="20" creationId="{36ACF5C4-5C62-C91A-59FD-AF1D5485F418}"/>
          </ac:spMkLst>
        </pc:spChg>
        <pc:spChg chg="del">
          <ac:chgData name="Oliwier Ferenc" userId="aacc4d0ce77f8a14" providerId="LiveId" clId="{8A45A03E-E549-4F68-AD4D-DD6DB7550F2A}" dt="2026-08-28T14:50:36.461" v="11305" actId="26606"/>
          <ac:spMkLst>
            <pc:docMk/>
            <pc:sldMk cId="702045376" sldId="2147374378"/>
            <ac:spMk id="22" creationId="{E5673A48-62FD-45D4-B707-516EA1C24BAD}"/>
          </ac:spMkLst>
        </pc:spChg>
        <pc:spChg chg="add">
          <ac:chgData name="Oliwier Ferenc" userId="aacc4d0ce77f8a14" providerId="LiveId" clId="{8A45A03E-E549-4F68-AD4D-DD6DB7550F2A}" dt="2026-08-28T14:50:36.461" v="11305" actId="26606"/>
          <ac:spMkLst>
            <pc:docMk/>
            <pc:sldMk cId="702045376" sldId="2147374378"/>
            <ac:spMk id="27" creationId="{A4AC5506-6312-4701-8D3C-40187889A947}"/>
          </ac:spMkLst>
        </pc:spChg>
        <pc:picChg chg="add mod">
          <ac:chgData name="Oliwier Ferenc" userId="aacc4d0ce77f8a14" providerId="LiveId" clId="{8A45A03E-E549-4F68-AD4D-DD6DB7550F2A}" dt="2026-08-28T14:50:36.461" v="11305" actId="26606"/>
          <ac:picMkLst>
            <pc:docMk/>
            <pc:sldMk cId="702045376" sldId="2147374378"/>
            <ac:picMk id="4" creationId="{D1D77A92-7D41-F172-E7AD-811F15ABFAEB}"/>
          </ac:picMkLst>
        </pc:picChg>
        <pc:picChg chg="del">
          <ac:chgData name="Oliwier Ferenc" userId="aacc4d0ce77f8a14" providerId="LiveId" clId="{8A45A03E-E549-4F68-AD4D-DD6DB7550F2A}" dt="2026-08-28T14:50:03.733" v="11286" actId="478"/>
          <ac:picMkLst>
            <pc:docMk/>
            <pc:sldMk cId="702045376" sldId="2147374378"/>
            <ac:picMk id="5" creationId="{49F2A304-47C6-89E2-0456-C04AC579CD75}"/>
          </ac:picMkLst>
        </pc:picChg>
      </pc:sldChg>
      <pc:sldChg chg="addSp delSp modSp add mod">
        <pc:chgData name="Oliwier Ferenc" userId="aacc4d0ce77f8a14" providerId="LiveId" clId="{8A45A03E-E549-4F68-AD4D-DD6DB7550F2A}" dt="2026-08-29T19:29:09.579" v="11680" actId="20577"/>
        <pc:sldMkLst>
          <pc:docMk/>
          <pc:sldMk cId="3420371670" sldId="2147374379"/>
        </pc:sldMkLst>
        <pc:spChg chg="mod">
          <ac:chgData name="Oliwier Ferenc" userId="aacc4d0ce77f8a14" providerId="LiveId" clId="{8A45A03E-E549-4F68-AD4D-DD6DB7550F2A}" dt="2026-08-28T14:50:15.204" v="11302" actId="20577"/>
          <ac:spMkLst>
            <pc:docMk/>
            <pc:sldMk cId="3420371670" sldId="2147374379"/>
            <ac:spMk id="2" creationId="{CD1A0B4C-9491-93C8-97A9-096F6AC18CD8}"/>
          </ac:spMkLst>
        </pc:spChg>
        <pc:spChg chg="mod ord">
          <ac:chgData name="Oliwier Ferenc" userId="aacc4d0ce77f8a14" providerId="LiveId" clId="{8A45A03E-E549-4F68-AD4D-DD6DB7550F2A}" dt="2026-08-29T19:29:09.579" v="11680" actId="20577"/>
          <ac:spMkLst>
            <pc:docMk/>
            <pc:sldMk cId="3420371670" sldId="2147374379"/>
            <ac:spMk id="20" creationId="{A184E3FA-F59D-083F-ED1E-9220544CAFA7}"/>
          </ac:spMkLst>
        </pc:spChg>
        <pc:spChg chg="del">
          <ac:chgData name="Oliwier Ferenc" userId="aacc4d0ce77f8a14" providerId="LiveId" clId="{8A45A03E-E549-4F68-AD4D-DD6DB7550F2A}" dt="2026-08-28T14:51:02.630" v="11309" actId="26606"/>
          <ac:spMkLst>
            <pc:docMk/>
            <pc:sldMk cId="3420371670" sldId="2147374379"/>
            <ac:spMk id="22" creationId="{82508511-8973-82C5-7610-574112D1DEBB}"/>
          </ac:spMkLst>
        </pc:spChg>
        <pc:spChg chg="add">
          <ac:chgData name="Oliwier Ferenc" userId="aacc4d0ce77f8a14" providerId="LiveId" clId="{8A45A03E-E549-4F68-AD4D-DD6DB7550F2A}" dt="2026-08-28T14:51:02.630" v="11309" actId="26606"/>
          <ac:spMkLst>
            <pc:docMk/>
            <pc:sldMk cId="3420371670" sldId="2147374379"/>
            <ac:spMk id="27" creationId="{A4AC5506-6312-4701-8D3C-40187889A947}"/>
          </ac:spMkLst>
        </pc:spChg>
        <pc:picChg chg="add mod">
          <ac:chgData name="Oliwier Ferenc" userId="aacc4d0ce77f8a14" providerId="LiveId" clId="{8A45A03E-E549-4F68-AD4D-DD6DB7550F2A}" dt="2026-08-28T14:51:02.630" v="11309" actId="26606"/>
          <ac:picMkLst>
            <pc:docMk/>
            <pc:sldMk cId="3420371670" sldId="2147374379"/>
            <ac:picMk id="4" creationId="{BB86D88E-C58B-7589-705E-69DB0BE75E12}"/>
          </ac:picMkLst>
        </pc:picChg>
        <pc:picChg chg="del">
          <ac:chgData name="Oliwier Ferenc" userId="aacc4d0ce77f8a14" providerId="LiveId" clId="{8A45A03E-E549-4F68-AD4D-DD6DB7550F2A}" dt="2026-08-28T14:50:06.378" v="11287" actId="478"/>
          <ac:picMkLst>
            <pc:docMk/>
            <pc:sldMk cId="3420371670" sldId="2147374379"/>
            <ac:picMk id="5" creationId="{DE10CFAD-E058-CE60-DCB7-BB1479D01A10}"/>
          </ac:picMkLst>
        </pc:picChg>
      </pc:sldChg>
      <pc:sldChg chg="addSp delSp modSp add mod">
        <pc:chgData name="Oliwier Ferenc" userId="aacc4d0ce77f8a14" providerId="LiveId" clId="{8A45A03E-E549-4F68-AD4D-DD6DB7550F2A}" dt="2026-08-29T22:27:15.817" v="14387" actId="20577"/>
        <pc:sldMkLst>
          <pc:docMk/>
          <pc:sldMk cId="104182764" sldId="2147374380"/>
        </pc:sldMkLst>
        <pc:spChg chg="mod">
          <ac:chgData name="Oliwier Ferenc" userId="aacc4d0ce77f8a14" providerId="LiveId" clId="{8A45A03E-E549-4F68-AD4D-DD6DB7550F2A}" dt="2026-08-29T21:16:25.661" v="13339" actId="20577"/>
          <ac:spMkLst>
            <pc:docMk/>
            <pc:sldMk cId="104182764" sldId="2147374380"/>
            <ac:spMk id="2" creationId="{B5A3C050-FFCB-D3A3-22A4-68B5715AE668}"/>
          </ac:spMkLst>
        </pc:spChg>
        <pc:spChg chg="del">
          <ac:chgData name="Oliwier Ferenc" userId="aacc4d0ce77f8a14" providerId="LiveId" clId="{8A45A03E-E549-4F68-AD4D-DD6DB7550F2A}" dt="2026-08-29T19:30:21.266" v="11684" actId="478"/>
          <ac:spMkLst>
            <pc:docMk/>
            <pc:sldMk cId="104182764" sldId="2147374380"/>
            <ac:spMk id="4" creationId="{BF271660-F9EF-4E7B-2A19-5C2B7B0AFEAF}"/>
          </ac:spMkLst>
        </pc:spChg>
        <pc:spChg chg="add mod">
          <ac:chgData name="Oliwier Ferenc" userId="aacc4d0ce77f8a14" providerId="LiveId" clId="{8A45A03E-E549-4F68-AD4D-DD6DB7550F2A}" dt="2026-08-29T20:08:10.236" v="13184" actId="164"/>
          <ac:spMkLst>
            <pc:docMk/>
            <pc:sldMk cId="104182764" sldId="2147374380"/>
            <ac:spMk id="5" creationId="{EBD4C35B-057B-856E-9ADF-B053DE1D6350}"/>
          </ac:spMkLst>
        </pc:spChg>
        <pc:spChg chg="del">
          <ac:chgData name="Oliwier Ferenc" userId="aacc4d0ce77f8a14" providerId="LiveId" clId="{8A45A03E-E549-4F68-AD4D-DD6DB7550F2A}" dt="2026-08-29T19:30:21.661" v="11685" actId="478"/>
          <ac:spMkLst>
            <pc:docMk/>
            <pc:sldMk cId="104182764" sldId="2147374380"/>
            <ac:spMk id="6" creationId="{D69F0224-C928-F9AD-2CD2-2C33748711F8}"/>
          </ac:spMkLst>
        </pc:spChg>
        <pc:spChg chg="del">
          <ac:chgData name="Oliwier Ferenc" userId="aacc4d0ce77f8a14" providerId="LiveId" clId="{8A45A03E-E549-4F68-AD4D-DD6DB7550F2A}" dt="2026-08-29T19:30:17.136" v="11681" actId="478"/>
          <ac:spMkLst>
            <pc:docMk/>
            <pc:sldMk cId="104182764" sldId="2147374380"/>
            <ac:spMk id="7" creationId="{1F752098-B5C7-9FD6-CDD3-13AB0E8BBF71}"/>
          </ac:spMkLst>
        </pc:spChg>
        <pc:spChg chg="del">
          <ac:chgData name="Oliwier Ferenc" userId="aacc4d0ce77f8a14" providerId="LiveId" clId="{8A45A03E-E549-4F68-AD4D-DD6DB7550F2A}" dt="2026-08-29T19:30:18.376" v="11682" actId="478"/>
          <ac:spMkLst>
            <pc:docMk/>
            <pc:sldMk cId="104182764" sldId="2147374380"/>
            <ac:spMk id="8" creationId="{FD1E6429-7D98-E4E5-8A7A-9B4B477EEA3F}"/>
          </ac:spMkLst>
        </pc:spChg>
        <pc:spChg chg="del">
          <ac:chgData name="Oliwier Ferenc" userId="aacc4d0ce77f8a14" providerId="LiveId" clId="{8A45A03E-E549-4F68-AD4D-DD6DB7550F2A}" dt="2026-08-29T19:30:19.990" v="11683" actId="478"/>
          <ac:spMkLst>
            <pc:docMk/>
            <pc:sldMk cId="104182764" sldId="2147374380"/>
            <ac:spMk id="9" creationId="{D14EB08E-D56F-C470-261C-8537DB29F641}"/>
          </ac:spMkLst>
        </pc:spChg>
        <pc:spChg chg="add del mod">
          <ac:chgData name="Oliwier Ferenc" userId="aacc4d0ce77f8a14" providerId="LiveId" clId="{8A45A03E-E549-4F68-AD4D-DD6DB7550F2A}" dt="2026-08-29T19:47:51.407" v="11958" actId="478"/>
          <ac:spMkLst>
            <pc:docMk/>
            <pc:sldMk cId="104182764" sldId="2147374380"/>
            <ac:spMk id="10" creationId="{00BF62B7-6F85-ECAF-ED04-8854508DAE8F}"/>
          </ac:spMkLst>
        </pc:spChg>
        <pc:spChg chg="add mod">
          <ac:chgData name="Oliwier Ferenc" userId="aacc4d0ce77f8a14" providerId="LiveId" clId="{8A45A03E-E549-4F68-AD4D-DD6DB7550F2A}" dt="2026-08-29T20:08:10.236" v="13184" actId="164"/>
          <ac:spMkLst>
            <pc:docMk/>
            <pc:sldMk cId="104182764" sldId="2147374380"/>
            <ac:spMk id="12" creationId="{ABF33E61-01B9-A6E8-84D3-5E8DFDE4E62D}"/>
          </ac:spMkLst>
        </pc:spChg>
        <pc:spChg chg="add del mod">
          <ac:chgData name="Oliwier Ferenc" userId="aacc4d0ce77f8a14" providerId="LiveId" clId="{8A45A03E-E549-4F68-AD4D-DD6DB7550F2A}" dt="2026-08-29T19:47:52.786" v="11960" actId="478"/>
          <ac:spMkLst>
            <pc:docMk/>
            <pc:sldMk cId="104182764" sldId="2147374380"/>
            <ac:spMk id="13" creationId="{53829590-09B6-88BD-4F86-D48E4A4F0356}"/>
          </ac:spMkLst>
        </pc:spChg>
        <pc:spChg chg="add del mod">
          <ac:chgData name="Oliwier Ferenc" userId="aacc4d0ce77f8a14" providerId="LiveId" clId="{8A45A03E-E549-4F68-AD4D-DD6DB7550F2A}" dt="2026-08-29T19:49:11.374" v="11992" actId="478"/>
          <ac:spMkLst>
            <pc:docMk/>
            <pc:sldMk cId="104182764" sldId="2147374380"/>
            <ac:spMk id="14" creationId="{2A152CC2-4E3E-8F16-A568-3D4BC7146818}"/>
          </ac:spMkLst>
        </pc:spChg>
        <pc:spChg chg="mod">
          <ac:chgData name="Oliwier Ferenc" userId="aacc4d0ce77f8a14" providerId="LiveId" clId="{8A45A03E-E549-4F68-AD4D-DD6DB7550F2A}" dt="2026-08-29T19:47:26.562" v="11957" actId="20577"/>
          <ac:spMkLst>
            <pc:docMk/>
            <pc:sldMk cId="104182764" sldId="2147374380"/>
            <ac:spMk id="15" creationId="{E6B72D65-BDEE-2B74-4511-00D8C7E53D51}"/>
          </ac:spMkLst>
        </pc:spChg>
        <pc:spChg chg="add del mod">
          <ac:chgData name="Oliwier Ferenc" userId="aacc4d0ce77f8a14" providerId="LiveId" clId="{8A45A03E-E549-4F68-AD4D-DD6DB7550F2A}" dt="2026-08-29T19:49:11.853" v="11993" actId="478"/>
          <ac:spMkLst>
            <pc:docMk/>
            <pc:sldMk cId="104182764" sldId="2147374380"/>
            <ac:spMk id="16" creationId="{EA408E3F-9931-8179-8438-2CB30DE462D9}"/>
          </ac:spMkLst>
        </pc:spChg>
        <pc:spChg chg="add del mod">
          <ac:chgData name="Oliwier Ferenc" userId="aacc4d0ce77f8a14" providerId="LiveId" clId="{8A45A03E-E549-4F68-AD4D-DD6DB7550F2A}" dt="2026-08-29T19:48:12.573" v="11969" actId="478"/>
          <ac:spMkLst>
            <pc:docMk/>
            <pc:sldMk cId="104182764" sldId="2147374380"/>
            <ac:spMk id="17" creationId="{B3E6C079-2369-BBB8-4F8B-565A34F26659}"/>
          </ac:spMkLst>
        </pc:spChg>
        <pc:spChg chg="add del mod">
          <ac:chgData name="Oliwier Ferenc" userId="aacc4d0ce77f8a14" providerId="LiveId" clId="{8A45A03E-E549-4F68-AD4D-DD6DB7550F2A}" dt="2026-08-29T19:50:27.990" v="12009" actId="478"/>
          <ac:spMkLst>
            <pc:docMk/>
            <pc:sldMk cId="104182764" sldId="2147374380"/>
            <ac:spMk id="18" creationId="{B9CDCFE6-2E59-38BB-0F1B-4491BFE17A25}"/>
          </ac:spMkLst>
        </pc:spChg>
        <pc:spChg chg="add del mod">
          <ac:chgData name="Oliwier Ferenc" userId="aacc4d0ce77f8a14" providerId="LiveId" clId="{8A45A03E-E549-4F68-AD4D-DD6DB7550F2A}" dt="2026-08-29T19:50:28.430" v="12010" actId="478"/>
          <ac:spMkLst>
            <pc:docMk/>
            <pc:sldMk cId="104182764" sldId="2147374380"/>
            <ac:spMk id="19" creationId="{4D3B1BF5-15B0-8FBD-1C5B-AF2752E49386}"/>
          </ac:spMkLst>
        </pc:spChg>
        <pc:spChg chg="mod">
          <ac:chgData name="Oliwier Ferenc" userId="aacc4d0ce77f8a14" providerId="LiveId" clId="{8A45A03E-E549-4F68-AD4D-DD6DB7550F2A}" dt="2026-08-29T19:28:10.772" v="11659" actId="20577"/>
          <ac:spMkLst>
            <pc:docMk/>
            <pc:sldMk cId="104182764" sldId="2147374380"/>
            <ac:spMk id="20" creationId="{877FF710-1B74-5764-C491-3B41947EDD41}"/>
          </ac:spMkLst>
        </pc:spChg>
        <pc:spChg chg="add del mod">
          <ac:chgData name="Oliwier Ferenc" userId="aacc4d0ce77f8a14" providerId="LiveId" clId="{8A45A03E-E549-4F68-AD4D-DD6DB7550F2A}" dt="2026-08-29T19:50:28.761" v="12011" actId="478"/>
          <ac:spMkLst>
            <pc:docMk/>
            <pc:sldMk cId="104182764" sldId="2147374380"/>
            <ac:spMk id="21" creationId="{7F97B575-24CA-672E-E5AC-7054A8789668}"/>
          </ac:spMkLst>
        </pc:spChg>
        <pc:spChg chg="add mod">
          <ac:chgData name="Oliwier Ferenc" userId="aacc4d0ce77f8a14" providerId="LiveId" clId="{8A45A03E-E549-4F68-AD4D-DD6DB7550F2A}" dt="2026-08-29T20:08:15.560" v="13185" actId="164"/>
          <ac:spMkLst>
            <pc:docMk/>
            <pc:sldMk cId="104182764" sldId="2147374380"/>
            <ac:spMk id="22" creationId="{87BECA2A-4F0D-EC30-2748-E8C4730F8E74}"/>
          </ac:spMkLst>
        </pc:spChg>
        <pc:spChg chg="add mod">
          <ac:chgData name="Oliwier Ferenc" userId="aacc4d0ce77f8a14" providerId="LiveId" clId="{8A45A03E-E549-4F68-AD4D-DD6DB7550F2A}" dt="2026-08-29T20:08:34.797" v="13188" actId="164"/>
          <ac:spMkLst>
            <pc:docMk/>
            <pc:sldMk cId="104182764" sldId="2147374380"/>
            <ac:spMk id="23" creationId="{29CBEAC4-5051-E881-3BCF-D00BF5ACEEA6}"/>
          </ac:spMkLst>
        </pc:spChg>
        <pc:spChg chg="add mod">
          <ac:chgData name="Oliwier Ferenc" userId="aacc4d0ce77f8a14" providerId="LiveId" clId="{8A45A03E-E549-4F68-AD4D-DD6DB7550F2A}" dt="2026-08-29T20:08:39.935" v="13189" actId="164"/>
          <ac:spMkLst>
            <pc:docMk/>
            <pc:sldMk cId="104182764" sldId="2147374380"/>
            <ac:spMk id="24" creationId="{40FB3950-A61C-2AF3-46E0-43121AD90BB2}"/>
          </ac:spMkLst>
        </pc:spChg>
        <pc:spChg chg="add mod ord">
          <ac:chgData name="Oliwier Ferenc" userId="aacc4d0ce77f8a14" providerId="LiveId" clId="{8A45A03E-E549-4F68-AD4D-DD6DB7550F2A}" dt="2026-08-29T20:08:15.560" v="13185" actId="164"/>
          <ac:spMkLst>
            <pc:docMk/>
            <pc:sldMk cId="104182764" sldId="2147374380"/>
            <ac:spMk id="25" creationId="{4467F0A9-B63E-F56B-0AF1-0480373B0D38}"/>
          </ac:spMkLst>
        </pc:spChg>
        <pc:spChg chg="add mod ord">
          <ac:chgData name="Oliwier Ferenc" userId="aacc4d0ce77f8a14" providerId="LiveId" clId="{8A45A03E-E549-4F68-AD4D-DD6DB7550F2A}" dt="2026-08-29T20:08:34.797" v="13188" actId="164"/>
          <ac:spMkLst>
            <pc:docMk/>
            <pc:sldMk cId="104182764" sldId="2147374380"/>
            <ac:spMk id="26" creationId="{D7865AD9-67F5-C441-1671-28D21A35EAD7}"/>
          </ac:spMkLst>
        </pc:spChg>
        <pc:spChg chg="add mod ord">
          <ac:chgData name="Oliwier Ferenc" userId="aacc4d0ce77f8a14" providerId="LiveId" clId="{8A45A03E-E549-4F68-AD4D-DD6DB7550F2A}" dt="2026-08-29T20:08:39.935" v="13189" actId="164"/>
          <ac:spMkLst>
            <pc:docMk/>
            <pc:sldMk cId="104182764" sldId="2147374380"/>
            <ac:spMk id="27" creationId="{CC909A16-128E-D7B5-829C-34BA6EA7C445}"/>
          </ac:spMkLst>
        </pc:spChg>
        <pc:spChg chg="add mod">
          <ac:chgData name="Oliwier Ferenc" userId="aacc4d0ce77f8a14" providerId="LiveId" clId="{8A45A03E-E549-4F68-AD4D-DD6DB7550F2A}" dt="2026-08-29T20:10:39.190" v="13243" actId="20577"/>
          <ac:spMkLst>
            <pc:docMk/>
            <pc:sldMk cId="104182764" sldId="2147374380"/>
            <ac:spMk id="29" creationId="{73BD2916-66C7-FE37-D091-C3726B43E84D}"/>
          </ac:spMkLst>
        </pc:spChg>
        <pc:spChg chg="add mod">
          <ac:chgData name="Oliwier Ferenc" userId="aacc4d0ce77f8a14" providerId="LiveId" clId="{8A45A03E-E549-4F68-AD4D-DD6DB7550F2A}" dt="2026-08-29T21:23:20.168" v="13571" actId="20577"/>
          <ac:spMkLst>
            <pc:docMk/>
            <pc:sldMk cId="104182764" sldId="2147374380"/>
            <ac:spMk id="30" creationId="{796F2EEB-DF3E-0BD3-09A5-E0C25EEDEFBD}"/>
          </ac:spMkLst>
        </pc:spChg>
        <pc:spChg chg="add mod">
          <ac:chgData name="Oliwier Ferenc" userId="aacc4d0ce77f8a14" providerId="LiveId" clId="{8A45A03E-E549-4F68-AD4D-DD6DB7550F2A}" dt="2026-08-29T21:34:44.041" v="14022" actId="14100"/>
          <ac:spMkLst>
            <pc:docMk/>
            <pc:sldMk cId="104182764" sldId="2147374380"/>
            <ac:spMk id="31" creationId="{7D117DF0-A88A-D41A-292F-57FF4FB0B84C}"/>
          </ac:spMkLst>
        </pc:spChg>
        <pc:spChg chg="add mod">
          <ac:chgData name="Oliwier Ferenc" userId="aacc4d0ce77f8a14" providerId="LiveId" clId="{8A45A03E-E549-4F68-AD4D-DD6DB7550F2A}" dt="2026-08-29T21:52:32.655" v="14375" actId="20577"/>
          <ac:spMkLst>
            <pc:docMk/>
            <pc:sldMk cId="104182764" sldId="2147374380"/>
            <ac:spMk id="32" creationId="{B318B4F1-F083-3361-00E4-889ABB82AB12}"/>
          </ac:spMkLst>
        </pc:spChg>
        <pc:spChg chg="add mod">
          <ac:chgData name="Oliwier Ferenc" userId="aacc4d0ce77f8a14" providerId="LiveId" clId="{8A45A03E-E549-4F68-AD4D-DD6DB7550F2A}" dt="2026-08-29T20:08:10.236" v="13184" actId="164"/>
          <ac:spMkLst>
            <pc:docMk/>
            <pc:sldMk cId="104182764" sldId="2147374380"/>
            <ac:spMk id="33" creationId="{58881BEA-C5A5-3A62-404D-A72C9BA4B131}"/>
          </ac:spMkLst>
        </pc:spChg>
        <pc:spChg chg="add mod">
          <ac:chgData name="Oliwier Ferenc" userId="aacc4d0ce77f8a14" providerId="LiveId" clId="{8A45A03E-E549-4F68-AD4D-DD6DB7550F2A}" dt="2026-08-29T20:08:15.560" v="13185" actId="164"/>
          <ac:spMkLst>
            <pc:docMk/>
            <pc:sldMk cId="104182764" sldId="2147374380"/>
            <ac:spMk id="34" creationId="{AE5BFFCA-0563-6C79-2715-B77B0FC607FA}"/>
          </ac:spMkLst>
        </pc:spChg>
        <pc:spChg chg="add mod">
          <ac:chgData name="Oliwier Ferenc" userId="aacc4d0ce77f8a14" providerId="LiveId" clId="{8A45A03E-E549-4F68-AD4D-DD6DB7550F2A}" dt="2026-08-29T20:08:34.797" v="13188" actId="164"/>
          <ac:spMkLst>
            <pc:docMk/>
            <pc:sldMk cId="104182764" sldId="2147374380"/>
            <ac:spMk id="35" creationId="{9D20B1FA-83B7-4678-75BE-D4159C984777}"/>
          </ac:spMkLst>
        </pc:spChg>
        <pc:spChg chg="add mod">
          <ac:chgData name="Oliwier Ferenc" userId="aacc4d0ce77f8a14" providerId="LiveId" clId="{8A45A03E-E549-4F68-AD4D-DD6DB7550F2A}" dt="2026-08-29T20:08:39.935" v="13189" actId="164"/>
          <ac:spMkLst>
            <pc:docMk/>
            <pc:sldMk cId="104182764" sldId="2147374380"/>
            <ac:spMk id="36" creationId="{337A6B03-55B8-82EE-FB13-85909099697A}"/>
          </ac:spMkLst>
        </pc:spChg>
        <pc:spChg chg="add del mod">
          <ac:chgData name="Oliwier Ferenc" userId="aacc4d0ce77f8a14" providerId="LiveId" clId="{8A45A03E-E549-4F68-AD4D-DD6DB7550F2A}" dt="2026-08-29T21:40:08.226" v="14093" actId="478"/>
          <ac:spMkLst>
            <pc:docMk/>
            <pc:sldMk cId="104182764" sldId="2147374380"/>
            <ac:spMk id="44" creationId="{D5F671BB-FE3F-E1E1-63A3-5022F9AB31A1}"/>
          </ac:spMkLst>
        </pc:spChg>
        <pc:spChg chg="add mod">
          <ac:chgData name="Oliwier Ferenc" userId="aacc4d0ce77f8a14" providerId="LiveId" clId="{8A45A03E-E549-4F68-AD4D-DD6DB7550F2A}" dt="2026-08-29T22:27:15.817" v="14387" actId="20577"/>
          <ac:spMkLst>
            <pc:docMk/>
            <pc:sldMk cId="104182764" sldId="2147374380"/>
            <ac:spMk id="46" creationId="{F85EC7E0-FFEE-FA9D-036E-A3A85511B018}"/>
          </ac:spMkLst>
        </pc:spChg>
        <pc:grpChg chg="add mod">
          <ac:chgData name="Oliwier Ferenc" userId="aacc4d0ce77f8a14" providerId="LiveId" clId="{8A45A03E-E549-4F68-AD4D-DD6DB7550F2A}" dt="2026-08-29T20:08:48.273" v="13190" actId="164"/>
          <ac:grpSpMkLst>
            <pc:docMk/>
            <pc:sldMk cId="104182764" sldId="2147374380"/>
            <ac:grpSpMk id="37" creationId="{4B08C1C4-4269-8F9B-0EDD-033CBDCC0BB3}"/>
          </ac:grpSpMkLst>
        </pc:grpChg>
        <pc:grpChg chg="add mod">
          <ac:chgData name="Oliwier Ferenc" userId="aacc4d0ce77f8a14" providerId="LiveId" clId="{8A45A03E-E549-4F68-AD4D-DD6DB7550F2A}" dt="2026-08-29T20:08:48.273" v="13190" actId="164"/>
          <ac:grpSpMkLst>
            <pc:docMk/>
            <pc:sldMk cId="104182764" sldId="2147374380"/>
            <ac:grpSpMk id="38" creationId="{469D0C1D-1858-0710-DCA1-9840D67CEF55}"/>
          </ac:grpSpMkLst>
        </pc:grpChg>
        <pc:grpChg chg="add mod">
          <ac:chgData name="Oliwier Ferenc" userId="aacc4d0ce77f8a14" providerId="LiveId" clId="{8A45A03E-E549-4F68-AD4D-DD6DB7550F2A}" dt="2026-08-29T20:08:48.273" v="13190" actId="164"/>
          <ac:grpSpMkLst>
            <pc:docMk/>
            <pc:sldMk cId="104182764" sldId="2147374380"/>
            <ac:grpSpMk id="39" creationId="{AC58228C-2FBE-2240-E52F-5CE389F289E8}"/>
          </ac:grpSpMkLst>
        </pc:grpChg>
        <pc:grpChg chg="add mod">
          <ac:chgData name="Oliwier Ferenc" userId="aacc4d0ce77f8a14" providerId="LiveId" clId="{8A45A03E-E549-4F68-AD4D-DD6DB7550F2A}" dt="2026-08-29T20:08:34.797" v="13188" actId="164"/>
          <ac:grpSpMkLst>
            <pc:docMk/>
            <pc:sldMk cId="104182764" sldId="2147374380"/>
            <ac:grpSpMk id="40" creationId="{FE50663C-CC40-FD08-B649-5039BA63560B}"/>
          </ac:grpSpMkLst>
        </pc:grpChg>
        <pc:grpChg chg="add mod">
          <ac:chgData name="Oliwier Ferenc" userId="aacc4d0ce77f8a14" providerId="LiveId" clId="{8A45A03E-E549-4F68-AD4D-DD6DB7550F2A}" dt="2026-08-29T20:08:48.273" v="13190" actId="164"/>
          <ac:grpSpMkLst>
            <pc:docMk/>
            <pc:sldMk cId="104182764" sldId="2147374380"/>
            <ac:grpSpMk id="41" creationId="{57F15628-BCC6-C97D-5C1E-5CA57DEC1837}"/>
          </ac:grpSpMkLst>
        </pc:grpChg>
        <pc:grpChg chg="add mod">
          <ac:chgData name="Oliwier Ferenc" userId="aacc4d0ce77f8a14" providerId="LiveId" clId="{8A45A03E-E549-4F68-AD4D-DD6DB7550F2A}" dt="2026-08-29T20:14:28.740" v="13292" actId="1076"/>
          <ac:grpSpMkLst>
            <pc:docMk/>
            <pc:sldMk cId="104182764" sldId="2147374380"/>
            <ac:grpSpMk id="42" creationId="{CD781D1C-C4F3-2314-39F3-6D6E310BE41E}"/>
          </ac:grpSpMkLst>
        </pc:grpChg>
      </pc:sldChg>
      <pc:sldChg chg="new del">
        <pc:chgData name="Oliwier Ferenc" userId="aacc4d0ce77f8a14" providerId="LiveId" clId="{8A45A03E-E549-4F68-AD4D-DD6DB7550F2A}" dt="2026-08-29T19:48:03.399" v="11966" actId="680"/>
        <pc:sldMkLst>
          <pc:docMk/>
          <pc:sldMk cId="2077834593" sldId="214737438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cc4d0ce77f8a14/Pulpit/Payroll_Project/danish_payroll_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cc4d0ce77f8a14/Pulpit/Payroll_Project/danish_payroll_data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cc4d0ce77f8a14/Pulpit/Payroll_Project/danish_payroll_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cc4d0ce77f8a14/Pulpit/Payroll_Project/danish_payroll_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acc4d0ce77f8a14/Pulpit/Payroll_Project/danish_payroll_dat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0075839894909514"/>
          <c:y val="3.2511114751900862E-2"/>
          <c:w val="0.75482039862415007"/>
          <c:h val="0.8264697723430716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'4 - Growth Rates'!$C$3</c:f>
              <c:strCache>
                <c:ptCount val="1"/>
                <c:pt idx="0">
                  <c:v>Avg Annual Growth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FCBA-4B57-8B96-6F2E782E959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'4 - Growth Rates'!$B$4:$B$13</c:f>
              <c:strCache>
                <c:ptCount val="10"/>
                <c:pt idx="0">
                  <c:v>Construction</c:v>
                </c:pt>
                <c:pt idx="1">
                  <c:v>Business Services</c:v>
                </c:pt>
                <c:pt idx="2">
                  <c:v>Manufacturing</c:v>
                </c:pt>
                <c:pt idx="3">
                  <c:v>Info &amp; Comms</c:v>
                </c:pt>
                <c:pt idx="4">
                  <c:v>Financial &amp; Insurance</c:v>
                </c:pt>
                <c:pt idx="5">
                  <c:v>Public Sector</c:v>
                </c:pt>
                <c:pt idx="6">
                  <c:v>Trade &amp; Transport</c:v>
                </c:pt>
                <c:pt idx="7">
                  <c:v>Arts &amp; Entertainment</c:v>
                </c:pt>
                <c:pt idx="8">
                  <c:v>Real Estate</c:v>
                </c:pt>
                <c:pt idx="9">
                  <c:v>Agriculture</c:v>
                </c:pt>
              </c:strCache>
            </c:strRef>
          </c:cat>
          <c:val>
            <c:numRef>
              <c:f>'4 - Growth Rates'!$C$4:$C$13</c:f>
              <c:numCache>
                <c:formatCode>0.00%</c:formatCode>
                <c:ptCount val="10"/>
                <c:pt idx="0">
                  <c:v>5.0999999999999997E-2</c:v>
                </c:pt>
                <c:pt idx="1">
                  <c:v>0.05</c:v>
                </c:pt>
                <c:pt idx="2">
                  <c:v>4.6899999999999997E-2</c:v>
                </c:pt>
                <c:pt idx="3">
                  <c:v>4.3799999999999999E-2</c:v>
                </c:pt>
                <c:pt idx="4">
                  <c:v>4.0099999999999997E-2</c:v>
                </c:pt>
                <c:pt idx="5">
                  <c:v>3.9800000000000002E-2</c:v>
                </c:pt>
                <c:pt idx="6">
                  <c:v>3.7400000000000003E-2</c:v>
                </c:pt>
                <c:pt idx="7">
                  <c:v>3.5400000000000001E-2</c:v>
                </c:pt>
                <c:pt idx="8">
                  <c:v>3.44E-2</c:v>
                </c:pt>
                <c:pt idx="9">
                  <c:v>2.1100000000000001E-2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BA-4B57-8B96-6F2E782E959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805863871"/>
        <c:axId val="1795087599"/>
      </c:barChart>
      <c:catAx>
        <c:axId val="180586387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795087599"/>
        <c:crosses val="autoZero"/>
        <c:auto val="1"/>
        <c:lblAlgn val="ctr"/>
        <c:lblOffset val="100"/>
        <c:noMultiLvlLbl val="0"/>
      </c:catAx>
      <c:valAx>
        <c:axId val="179508759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5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Average</a:t>
                </a:r>
                <a:r>
                  <a:rPr lang="en-GB" baseline="0" dirty="0"/>
                  <a:t> Annual Growth (%)</a:t>
                </a:r>
                <a:endParaRPr lang="en-GB" dirty="0"/>
              </a:p>
            </c:rich>
          </c:tx>
          <c:layout>
            <c:manualLayout>
              <c:xMode val="edge"/>
              <c:yMode val="edge"/>
              <c:x val="0.3608038755901703"/>
              <c:y val="0.9511456625891091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5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80586387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50"/>
      </a:pPr>
      <a:endParaRPr lang="en-DK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'3 - 2024 Snapshot'!$F$3</c:f>
              <c:strCache>
                <c:ptCount val="1"/>
                <c:pt idx="0">
                  <c:v>Annual Growth (%)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EBAD-493F-8BE5-3E117FF449B3}"/>
              </c:ext>
            </c:extLst>
          </c:dPt>
          <c:dPt>
            <c:idx val="1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BAD-493F-8BE5-3E117FF449B3}"/>
              </c:ext>
            </c:extLst>
          </c:dPt>
          <c:dPt>
            <c:idx val="2"/>
            <c:invertIfNegative val="0"/>
            <c:bubble3D val="0"/>
            <c:spPr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EBAD-493F-8BE5-3E117FF449B3}"/>
              </c:ext>
            </c:extLst>
          </c:dPt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AD-493F-8BE5-3E117FF449B3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BAD-493F-8BE5-3E117FF449B3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BAD-493F-8BE5-3E117FF449B3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BAD-493F-8BE5-3E117FF449B3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BAD-493F-8BE5-3E117FF449B3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EBAD-493F-8BE5-3E117FF449B3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BAD-493F-8BE5-3E117FF449B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'3 - 2024 Snapshot'!$B$4:$B$13</c:f>
              <c:strCache>
                <c:ptCount val="10"/>
                <c:pt idx="0">
                  <c:v>Manufacturing</c:v>
                </c:pt>
                <c:pt idx="1">
                  <c:v>Financial &amp; Insurance</c:v>
                </c:pt>
                <c:pt idx="2">
                  <c:v>Real estate</c:v>
                </c:pt>
                <c:pt idx="3">
                  <c:v>Arts &amp; Entertainment</c:v>
                </c:pt>
                <c:pt idx="4">
                  <c:v>Construction</c:v>
                </c:pt>
                <c:pt idx="5">
                  <c:v>Business Services</c:v>
                </c:pt>
                <c:pt idx="6">
                  <c:v>Public Sector</c:v>
                </c:pt>
                <c:pt idx="7">
                  <c:v>Trade &amp; Transport</c:v>
                </c:pt>
                <c:pt idx="8">
                  <c:v>Info &amp; Comms</c:v>
                </c:pt>
                <c:pt idx="9">
                  <c:v>Agriculture</c:v>
                </c:pt>
              </c:strCache>
            </c:strRef>
          </c:cat>
          <c:val>
            <c:numRef>
              <c:f>'3 - 2024 Snapshot'!$F$4:$F$13</c:f>
              <c:numCache>
                <c:formatCode>0.00"%"</c:formatCode>
                <c:ptCount val="10"/>
                <c:pt idx="0">
                  <c:v>7.82</c:v>
                </c:pt>
                <c:pt idx="1">
                  <c:v>6.93</c:v>
                </c:pt>
                <c:pt idx="2">
                  <c:v>6.68</c:v>
                </c:pt>
                <c:pt idx="3">
                  <c:v>6.26</c:v>
                </c:pt>
                <c:pt idx="4">
                  <c:v>6.15</c:v>
                </c:pt>
                <c:pt idx="5">
                  <c:v>6.06</c:v>
                </c:pt>
                <c:pt idx="6">
                  <c:v>5.48</c:v>
                </c:pt>
                <c:pt idx="7">
                  <c:v>4.8899999999999997</c:v>
                </c:pt>
                <c:pt idx="8">
                  <c:v>3.38</c:v>
                </c:pt>
                <c:pt idx="9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AD-493F-8BE5-3E117FF449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axId val="1805860159"/>
        <c:axId val="1795105839"/>
      </c:barChart>
      <c:catAx>
        <c:axId val="1805860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795105839"/>
        <c:crosses val="autoZero"/>
        <c:auto val="1"/>
        <c:lblAlgn val="ctr"/>
        <c:lblOffset val="100"/>
        <c:noMultiLvlLbl val="0"/>
      </c:catAx>
      <c:valAx>
        <c:axId val="1795105839"/>
        <c:scaling>
          <c:orientation val="minMax"/>
          <c:max val="8"/>
        </c:scaling>
        <c:delete val="0"/>
        <c:axPos val="l"/>
        <c:numFmt formatCode="0.00&quot;%&quot;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8058601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50898150630003"/>
          <c:y val="1.6727936576094331E-2"/>
          <c:w val="0.86530100059378745"/>
          <c:h val="0.79592356430618361"/>
        </c:manualLayout>
      </c:layout>
      <c:scatterChart>
        <c:scatterStyle val="lineMarker"/>
        <c:varyColors val="0"/>
        <c:ser>
          <c:idx val="0"/>
          <c:order val="0"/>
          <c:tx>
            <c:strRef>
              <c:f>'3 - 2024 Snapshot'!$B$52</c:f>
              <c:strCache>
                <c:ptCount val="1"/>
                <c:pt idx="0">
                  <c:v>Others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chemeClr val="bg1">
                  <a:lumMod val="65000"/>
                </a:schemeClr>
              </a:solidFill>
              <a:ln w="9525">
                <a:noFill/>
              </a:ln>
              <a:effectLst/>
            </c:spPr>
          </c:marker>
          <c:xVal>
            <c:numRef>
              <c:f>('3 - 2024 Snapshot'!$C$48:$C$50,'3 - 2024 Snapshot'!$C$53:$C$59)</c:f>
              <c:numCache>
                <c:formatCode>General</c:formatCode>
                <c:ptCount val="10"/>
                <c:pt idx="0">
                  <c:v>539</c:v>
                </c:pt>
                <c:pt idx="1">
                  <c:v>457</c:v>
                </c:pt>
                <c:pt idx="2">
                  <c:v>417</c:v>
                </c:pt>
                <c:pt idx="3">
                  <c:v>391</c:v>
                </c:pt>
                <c:pt idx="4">
                  <c:v>371</c:v>
                </c:pt>
                <c:pt idx="5">
                  <c:v>361</c:v>
                </c:pt>
                <c:pt idx="6">
                  <c:v>360</c:v>
                </c:pt>
                <c:pt idx="7">
                  <c:v>360</c:v>
                </c:pt>
                <c:pt idx="8">
                  <c:v>359</c:v>
                </c:pt>
                <c:pt idx="9">
                  <c:v>334</c:v>
                </c:pt>
              </c:numCache>
            </c:numRef>
          </c:xVal>
          <c:yVal>
            <c:numRef>
              <c:f>('3 - 2024 Snapshot'!$F$48:$F$50,'3 - 2024 Snapshot'!$F$53:$F$59)</c:f>
              <c:numCache>
                <c:formatCode>0.00"%"</c:formatCode>
                <c:ptCount val="10"/>
                <c:pt idx="0">
                  <c:v>6.93</c:v>
                </c:pt>
                <c:pt idx="1">
                  <c:v>3.38</c:v>
                </c:pt>
                <c:pt idx="2">
                  <c:v>7.82</c:v>
                </c:pt>
                <c:pt idx="3">
                  <c:v>6.06</c:v>
                </c:pt>
                <c:pt idx="4">
                  <c:v>6.68</c:v>
                </c:pt>
                <c:pt idx="5">
                  <c:v>5.48</c:v>
                </c:pt>
                <c:pt idx="6">
                  <c:v>6.15</c:v>
                </c:pt>
                <c:pt idx="7">
                  <c:v>2.3199999999999998</c:v>
                </c:pt>
                <c:pt idx="8">
                  <c:v>6.26</c:v>
                </c:pt>
                <c:pt idx="9">
                  <c:v>4.8899999999999997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8B-4B00-9767-D4D5CCDCC000}"/>
            </c:ext>
          </c:extLst>
        </c:ser>
        <c:ser>
          <c:idx val="1"/>
          <c:order val="1"/>
          <c:tx>
            <c:strRef>
              <c:f>'3 - 2024 Snapshot'!$B$48</c:f>
              <c:strCache>
                <c:ptCount val="1"/>
                <c:pt idx="0">
                  <c:v>Financial &amp; Insurance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1E3A8A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8.7879144837442427E-2"/>
                  <c:y val="4.4912866012745106E-2"/>
                </c:manualLayout>
              </c:layout>
              <c:dLblPos val="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C93-4064-A73C-D0B84A6ED42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b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'3 - 2024 Snapshot'!$C$48</c:f>
              <c:numCache>
                <c:formatCode>General</c:formatCode>
                <c:ptCount val="1"/>
                <c:pt idx="0">
                  <c:v>539</c:v>
                </c:pt>
              </c:numCache>
            </c:numRef>
          </c:xVal>
          <c:yVal>
            <c:numRef>
              <c:f>'3 - 2024 Snapshot'!$F$48</c:f>
              <c:numCache>
                <c:formatCode>0.00"%"</c:formatCode>
                <c:ptCount val="1"/>
                <c:pt idx="0">
                  <c:v>6.93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8B-4B00-9767-D4D5CCDCC000}"/>
            </c:ext>
          </c:extLst>
        </c:ser>
        <c:ser>
          <c:idx val="2"/>
          <c:order val="2"/>
          <c:tx>
            <c:strRef>
              <c:f>'3 - 2024 Snapshot'!$B$49</c:f>
              <c:strCache>
                <c:ptCount val="1"/>
                <c:pt idx="0">
                  <c:v>Info &amp; Comms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0D9488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1.2378364123295618E-2"/>
                  <c:y val="-1.1545139678008782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C93-4064-A73C-D0B84A6ED42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'3 - 2024 Snapshot'!$C$49</c:f>
              <c:numCache>
                <c:formatCode>General</c:formatCode>
                <c:ptCount val="1"/>
                <c:pt idx="0">
                  <c:v>457</c:v>
                </c:pt>
              </c:numCache>
            </c:numRef>
          </c:xVal>
          <c:yVal>
            <c:numRef>
              <c:f>'3 - 2024 Snapshot'!$F$49</c:f>
              <c:numCache>
                <c:formatCode>0.00"%"</c:formatCode>
                <c:ptCount val="1"/>
                <c:pt idx="0">
                  <c:v>3.38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3F8B-4B00-9767-D4D5CCDCC000}"/>
            </c:ext>
          </c:extLst>
        </c:ser>
        <c:ser>
          <c:idx val="3"/>
          <c:order val="3"/>
          <c:tx>
            <c:strRef>
              <c:f>'3 - 2024 Snapshot'!$B$50</c:f>
              <c:strCache>
                <c:ptCount val="1"/>
                <c:pt idx="0">
                  <c:v>Manufacturing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7"/>
            <c:spPr>
              <a:solidFill>
                <a:srgbClr val="C05621"/>
              </a:solidFill>
              <a:ln w="9525">
                <a:noFill/>
              </a:ln>
              <a:effectLst/>
            </c:spPr>
          </c:marker>
          <c:dLbls>
            <c:dLbl>
              <c:idx val="0"/>
              <c:layout>
                <c:manualLayout>
                  <c:x val="-1.4882437106265921E-3"/>
                  <c:y val="3.44389138344426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BC93-4064-A73C-D0B84A6ED428}"/>
                </c:ext>
              </c:extLst>
            </c:dLbl>
            <c:spPr>
              <a:solidFill>
                <a:prstClr val="white"/>
              </a:solidFill>
              <a:ln>
                <a:solidFill>
                  <a:prstClr val="black">
                    <a:lumMod val="25000"/>
                    <a:lumOff val="75000"/>
                  </a:prst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  <c15:showLeaderLines val="0"/>
              </c:ext>
            </c:extLst>
          </c:dLbls>
          <c:xVal>
            <c:numRef>
              <c:f>'3 - 2024 Snapshot'!$C$50</c:f>
              <c:numCache>
                <c:formatCode>General</c:formatCode>
                <c:ptCount val="1"/>
                <c:pt idx="0">
                  <c:v>417</c:v>
                </c:pt>
              </c:numCache>
            </c:numRef>
          </c:xVal>
          <c:yVal>
            <c:numRef>
              <c:f>'3 - 2024 Snapshot'!$F$50</c:f>
              <c:numCache>
                <c:formatCode>0.00"%"</c:formatCode>
                <c:ptCount val="1"/>
                <c:pt idx="0">
                  <c:v>7.82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8B-4B00-9767-D4D5CCDCC0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561103"/>
        <c:axId val="2053720975"/>
      </c:scatterChart>
      <c:valAx>
        <c:axId val="37561103"/>
        <c:scaling>
          <c:orientation val="minMax"/>
          <c:max val="550"/>
          <c:min val="3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Hourly</a:t>
                </a:r>
                <a:r>
                  <a:rPr lang="en-GB" baseline="0" dirty="0"/>
                  <a:t> Wage (DKK)</a:t>
                </a:r>
                <a:endParaRPr lang="en-GB" dirty="0"/>
              </a:p>
            </c:rich>
          </c:tx>
          <c:layout>
            <c:manualLayout>
              <c:xMode val="edge"/>
              <c:yMode val="edge"/>
              <c:x val="0.42559010656353502"/>
              <c:y val="0.8631650397540949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2053720975"/>
        <c:crosses val="autoZero"/>
        <c:crossBetween val="midCat"/>
      </c:valAx>
      <c:valAx>
        <c:axId val="2053720975"/>
        <c:scaling>
          <c:orientation val="minMax"/>
          <c:max val="8"/>
          <c:min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Annual</a:t>
                </a:r>
                <a:r>
                  <a:rPr lang="en-GB" baseline="0" dirty="0"/>
                  <a:t> Payroll Growth (%)</a:t>
                </a:r>
                <a:endParaRPr lang="en-GB" dirty="0"/>
              </a:p>
            </c:rich>
          </c:tx>
          <c:layout>
            <c:manualLayout>
              <c:xMode val="edge"/>
              <c:yMode val="edge"/>
              <c:x val="1.3698637524882712E-2"/>
              <c:y val="0.26661960013645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0.00&quot;%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3756110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'1 - Payroll Trends (Abs)'!$C$3</c:f>
              <c:strCache>
                <c:ptCount val="1"/>
                <c:pt idx="0">
                  <c:v>2013</c:v>
                </c:pt>
              </c:strCache>
            </c:strRef>
          </c:tx>
          <c:spPr>
            <a:solidFill>
              <a:srgbClr val="239FD7">
                <a:alpha val="84706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4-B543-4026-B6EE-D2D59A784F3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5-B543-4026-B6EE-D2D59A784F3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40000"/>
                  <a:lumOff val="60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1-B543-4026-B6EE-D2D59A784F35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6-B543-4026-B6EE-D2D59A784F3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lumMod val="40000"/>
                  <a:lumOff val="60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E-B543-4026-B6EE-D2D59A784F35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C-B543-4026-B6EE-D2D59A784F35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A-B543-4026-B6EE-D2D59A784F3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40000"/>
                  <a:lumOff val="60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4-B543-4026-B6EE-D2D59A784F35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8-B543-4026-B6EE-D2D59A784F35}"/>
              </c:ext>
            </c:extLst>
          </c:dPt>
          <c:dPt>
            <c:idx val="9"/>
            <c:invertIfNegative val="0"/>
            <c:bubble3D val="0"/>
            <c:spPr>
              <a:solidFill>
                <a:srgbClr val="B0BEC5">
                  <a:alpha val="84706"/>
                </a:srgb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6-B543-4026-B6EE-D2D59A784F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'1 - Payroll Trends (Abs)'!$B$4:$B$13</c:f>
              <c:strCache>
                <c:ptCount val="10"/>
                <c:pt idx="0">
                  <c:v>Real estate</c:v>
                </c:pt>
                <c:pt idx="1">
                  <c:v>Agriculture</c:v>
                </c:pt>
                <c:pt idx="2">
                  <c:v>Financial &amp; Insurance</c:v>
                </c:pt>
                <c:pt idx="3">
                  <c:v>Arts &amp; Entertainment</c:v>
                </c:pt>
                <c:pt idx="4">
                  <c:v>Info &amp; Comms</c:v>
                </c:pt>
                <c:pt idx="5">
                  <c:v>Construction</c:v>
                </c:pt>
                <c:pt idx="6">
                  <c:v>Business Services</c:v>
                </c:pt>
                <c:pt idx="7">
                  <c:v>Manufacturing</c:v>
                </c:pt>
                <c:pt idx="8">
                  <c:v>Trade and Transport</c:v>
                </c:pt>
                <c:pt idx="9">
                  <c:v>Public Sector</c:v>
                </c:pt>
              </c:strCache>
            </c:strRef>
          </c:cat>
          <c:val>
            <c:numRef>
              <c:f>'1 - Payroll Trends (Abs)'!$C$4:$C$13</c:f>
              <c:numCache>
                <c:formatCode>General</c:formatCode>
                <c:ptCount val="10"/>
                <c:pt idx="0">
                  <c:v>20</c:v>
                </c:pt>
                <c:pt idx="1">
                  <c:v>30.63</c:v>
                </c:pt>
                <c:pt idx="2">
                  <c:v>50.75</c:v>
                </c:pt>
                <c:pt idx="3">
                  <c:v>58</c:v>
                </c:pt>
                <c:pt idx="4">
                  <c:v>59</c:v>
                </c:pt>
                <c:pt idx="5">
                  <c:v>64.36</c:v>
                </c:pt>
                <c:pt idx="6">
                  <c:v>138.52000000000001</c:v>
                </c:pt>
                <c:pt idx="7">
                  <c:v>149.53</c:v>
                </c:pt>
                <c:pt idx="8">
                  <c:v>276.89999999999998</c:v>
                </c:pt>
                <c:pt idx="9">
                  <c:v>389.77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43-4026-B6EE-D2D59A784F35}"/>
            </c:ext>
          </c:extLst>
        </c:ser>
        <c:ser>
          <c:idx val="1"/>
          <c:order val="1"/>
          <c:tx>
            <c:strRef>
              <c:f>'1 - Payroll Trends (Abs)'!$N$3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FD8383">
                <a:alpha val="84706"/>
              </a:srgb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3-B543-4026-B6EE-D2D59A784F35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2-B543-4026-B6EE-D2D59A784F35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10-B543-4026-B6EE-D2D59A784F35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F-B543-4026-B6EE-D2D59A784F35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3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D-B543-4026-B6EE-D2D59A784F35}"/>
              </c:ext>
            </c:extLst>
          </c:dPt>
          <c:dPt>
            <c:idx val="5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B-B543-4026-B6EE-D2D59A784F35}"/>
              </c:ext>
            </c:extLst>
          </c:dPt>
          <c:dPt>
            <c:idx val="6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B543-4026-B6EE-D2D59A784F35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B543-4026-B6EE-D2D59A784F35}"/>
              </c:ext>
            </c:extLst>
          </c:dPt>
          <c:dPt>
            <c:idx val="8"/>
            <c:invertIfNegative val="0"/>
            <c:bubble3D val="0"/>
            <c:spPr>
              <a:solidFill>
                <a:schemeClr val="bg2">
                  <a:lumMod val="75000"/>
                  <a:alpha val="84706"/>
                </a:scheme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B543-4026-B6EE-D2D59A784F35}"/>
              </c:ext>
            </c:extLst>
          </c:dPt>
          <c:dPt>
            <c:idx val="9"/>
            <c:invertIfNegative val="0"/>
            <c:bubble3D val="0"/>
            <c:spPr>
              <a:solidFill>
                <a:srgbClr val="607D8B">
                  <a:alpha val="84706"/>
                </a:srgbClr>
              </a:solidFill>
              <a:ln w="9525" cap="flat" cmpd="sng" algn="ctr">
                <a:solidFill>
                  <a:schemeClr val="lt1">
                    <a:alpha val="50000"/>
                  </a:schemeClr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B543-4026-B6EE-D2D59A784F3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ln>
                      <a:noFill/>
                    </a:ln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'1 - Payroll Trends (Abs)'!$B$4:$B$13</c:f>
              <c:strCache>
                <c:ptCount val="10"/>
                <c:pt idx="0">
                  <c:v>Real estate</c:v>
                </c:pt>
                <c:pt idx="1">
                  <c:v>Agriculture</c:v>
                </c:pt>
                <c:pt idx="2">
                  <c:v>Financial &amp; Insurance</c:v>
                </c:pt>
                <c:pt idx="3">
                  <c:v>Arts &amp; Entertainment</c:v>
                </c:pt>
                <c:pt idx="4">
                  <c:v>Info &amp; Comms</c:v>
                </c:pt>
                <c:pt idx="5">
                  <c:v>Construction</c:v>
                </c:pt>
                <c:pt idx="6">
                  <c:v>Business Services</c:v>
                </c:pt>
                <c:pt idx="7">
                  <c:v>Manufacturing</c:v>
                </c:pt>
                <c:pt idx="8">
                  <c:v>Trade and Transport</c:v>
                </c:pt>
                <c:pt idx="9">
                  <c:v>Public Sector</c:v>
                </c:pt>
              </c:strCache>
            </c:strRef>
          </c:cat>
          <c:val>
            <c:numRef>
              <c:f>'1 - Payroll Trends (Abs)'!$N$4:$N$13</c:f>
              <c:numCache>
                <c:formatCode>General</c:formatCode>
                <c:ptCount val="10"/>
                <c:pt idx="0">
                  <c:v>30.39</c:v>
                </c:pt>
                <c:pt idx="1">
                  <c:v>38.17</c:v>
                </c:pt>
                <c:pt idx="2">
                  <c:v>77.98</c:v>
                </c:pt>
                <c:pt idx="3">
                  <c:v>83.8</c:v>
                </c:pt>
                <c:pt idx="4">
                  <c:v>94.33</c:v>
                </c:pt>
                <c:pt idx="5">
                  <c:v>111.08</c:v>
                </c:pt>
                <c:pt idx="6">
                  <c:v>236.17</c:v>
                </c:pt>
                <c:pt idx="7">
                  <c:v>246.73</c:v>
                </c:pt>
                <c:pt idx="8">
                  <c:v>397.69</c:v>
                </c:pt>
                <c:pt idx="9">
                  <c:v>557.99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43-4026-B6EE-D2D59A784F35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781274479"/>
        <c:axId val="2053889455"/>
      </c:barChart>
      <c:catAx>
        <c:axId val="178127447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2053889455"/>
        <c:crosses val="autoZero"/>
        <c:auto val="1"/>
        <c:lblAlgn val="ctr"/>
        <c:lblOffset val="100"/>
        <c:noMultiLvlLbl val="0"/>
      </c:catAx>
      <c:valAx>
        <c:axId val="205388945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/>
                  <a:t>Absolute Payroll Expenditure (DKK Billions)</a:t>
                </a:r>
              </a:p>
            </c:rich>
          </c:tx>
          <c:layout>
            <c:manualLayout>
              <c:xMode val="edge"/>
              <c:yMode val="edge"/>
              <c:x val="0.40721933102389257"/>
              <c:y val="0.9397452948738505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DK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17812744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'2 - Payroll Indexed'!$A$5</c:f>
              <c:strCache>
                <c:ptCount val="1"/>
                <c:pt idx="0">
                  <c:v>Manufacturing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C-D634-461E-A7FA-638FD7839A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D634-461E-A7FA-638FD7839A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D634-461E-A7FA-638FD7839AD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D634-461E-A7FA-638FD7839AD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1-D634-461E-A7FA-638FD7839A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5-D634-461E-A7FA-638FD7839AD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6-D634-461E-A7FA-638FD7839AD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D-D634-461E-A7FA-638FD7839A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9-D634-461E-A7FA-638FD7839AD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D634-461E-A7FA-638FD7839AD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D634-461E-A7FA-638FD7839A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'2 - Payroll Indexed'!$B$3:$M$3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'2 - Payroll Indexed'!$B$5:$M$5</c:f>
              <c:numCache>
                <c:formatCode>0.00</c:formatCode>
                <c:ptCount val="12"/>
                <c:pt idx="0" formatCode="General">
                  <c:v>100</c:v>
                </c:pt>
                <c:pt idx="1">
                  <c:v>103.42406206112487</c:v>
                </c:pt>
                <c:pt idx="2">
                  <c:v>105.55072560690164</c:v>
                </c:pt>
                <c:pt idx="3">
                  <c:v>110.27887380458772</c:v>
                </c:pt>
                <c:pt idx="4">
                  <c:v>114.20450745669766</c:v>
                </c:pt>
                <c:pt idx="5">
                  <c:v>119.51447869992644</c:v>
                </c:pt>
                <c:pt idx="6">
                  <c:v>124.12893733698924</c:v>
                </c:pt>
                <c:pt idx="7">
                  <c:v>123.92162107938208</c:v>
                </c:pt>
                <c:pt idx="8">
                  <c:v>132.54865244432554</c:v>
                </c:pt>
                <c:pt idx="9">
                  <c:v>141.63044205176217</c:v>
                </c:pt>
                <c:pt idx="10">
                  <c:v>153.0328362201565</c:v>
                </c:pt>
                <c:pt idx="11">
                  <c:v>165.00367819166721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634-461E-A7FA-638FD7839ADF}"/>
            </c:ext>
          </c:extLst>
        </c:ser>
        <c:ser>
          <c:idx val="1"/>
          <c:order val="1"/>
          <c:tx>
            <c:strRef>
              <c:f>'2 - Payroll Indexed'!$A$8</c:f>
              <c:strCache>
                <c:ptCount val="1"/>
                <c:pt idx="0">
                  <c:v>Info &amp; Comms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D634-461E-A7FA-638FD7839A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D634-461E-A7FA-638FD7839A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D-D634-461E-A7FA-638FD7839AD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E-D634-461E-A7FA-638FD7839AD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D634-461E-A7FA-638FD7839A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4-D634-461E-A7FA-638FD7839AD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7-D634-461E-A7FA-638FD7839AD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8-D634-461E-A7FA-638FD7839A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A-D634-461E-A7FA-638FD7839AD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D634-461E-A7FA-638FD7839AD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34-461E-A7FA-638FD7839A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'2 - Payroll Indexed'!$B$3:$M$3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'2 - Payroll Indexed'!$B$8:$M$8</c:f>
              <c:numCache>
                <c:formatCode>0.00</c:formatCode>
                <c:ptCount val="12"/>
                <c:pt idx="0" formatCode="General">
                  <c:v>100</c:v>
                </c:pt>
                <c:pt idx="1">
                  <c:v>102.20338983050847</c:v>
                </c:pt>
                <c:pt idx="2">
                  <c:v>108.61016949152543</c:v>
                </c:pt>
                <c:pt idx="3">
                  <c:v>111.28813559322033</c:v>
                </c:pt>
                <c:pt idx="4">
                  <c:v>115.06779661016948</c:v>
                </c:pt>
                <c:pt idx="5">
                  <c:v>121.16949152542371</c:v>
                </c:pt>
                <c:pt idx="6">
                  <c:v>127.42372881355932</c:v>
                </c:pt>
                <c:pt idx="7">
                  <c:v>129.40677966101694</c:v>
                </c:pt>
                <c:pt idx="8">
                  <c:v>139.42372881355934</c:v>
                </c:pt>
                <c:pt idx="9">
                  <c:v>148.20338983050846</c:v>
                </c:pt>
                <c:pt idx="10">
                  <c:v>154.66101694915255</c:v>
                </c:pt>
                <c:pt idx="11">
                  <c:v>159.88135593220338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634-461E-A7FA-638FD7839ADF}"/>
            </c:ext>
          </c:extLst>
        </c:ser>
        <c:ser>
          <c:idx val="2"/>
          <c:order val="2"/>
          <c:tx>
            <c:strRef>
              <c:f>'2 - Payroll Indexed'!$A$9</c:f>
              <c:strCache>
                <c:ptCount val="1"/>
                <c:pt idx="0">
                  <c:v>Financial &amp; Insurance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D634-461E-A7FA-638FD7839A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D634-461E-A7FA-638FD7839A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D634-461E-A7FA-638FD7839AD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D634-461E-A7FA-638FD7839AD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D634-461E-A7FA-638FD7839A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2-D634-461E-A7FA-638FD7839AD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3-D634-461E-A7FA-638FD7839AD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B-D634-461E-A7FA-638FD7839A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C-D634-461E-A7FA-638FD7839AD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E-D634-461E-A7FA-638FD7839AD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F-D634-461E-A7FA-638FD7839A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'2 - Payroll Indexed'!$B$3:$M$3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'2 - Payroll Indexed'!$B$9:$M$9</c:f>
              <c:numCache>
                <c:formatCode>0.00</c:formatCode>
                <c:ptCount val="12"/>
                <c:pt idx="0" formatCode="General">
                  <c:v>100</c:v>
                </c:pt>
                <c:pt idx="1">
                  <c:v>100.33497536945812</c:v>
                </c:pt>
                <c:pt idx="2">
                  <c:v>102.64039408866996</c:v>
                </c:pt>
                <c:pt idx="3">
                  <c:v>105.39901477832512</c:v>
                </c:pt>
                <c:pt idx="4">
                  <c:v>111.03448275862068</c:v>
                </c:pt>
                <c:pt idx="5">
                  <c:v>117.97044334975368</c:v>
                </c:pt>
                <c:pt idx="6">
                  <c:v>122.32512315270935</c:v>
                </c:pt>
                <c:pt idx="7">
                  <c:v>123.84236453201972</c:v>
                </c:pt>
                <c:pt idx="8">
                  <c:v>127.50738916256157</c:v>
                </c:pt>
                <c:pt idx="9">
                  <c:v>134.16748768472908</c:v>
                </c:pt>
                <c:pt idx="10">
                  <c:v>143.70443349753697</c:v>
                </c:pt>
                <c:pt idx="11">
                  <c:v>153.65517241379311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634-461E-A7FA-638FD7839ADF}"/>
            </c:ext>
          </c:extLst>
        </c:ser>
        <c:ser>
          <c:idx val="3"/>
          <c:order val="3"/>
          <c:tx>
            <c:strRef>
              <c:f>'2 - Payroll Indexed'!$A$12</c:f>
              <c:strCache>
                <c:ptCount val="1"/>
                <c:pt idx="0">
                  <c:v>Public Sector</c:v>
                </c:pt>
              </c:strCache>
            </c:strRef>
          </c:tx>
          <c:spPr>
            <a:ln w="22225" cap="rnd" cmpd="sng" algn="ctr">
              <a:solidFill>
                <a:srgbClr val="607D8B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2.2025301637517602E-2"/>
                  <c:y val="-3.147353361945636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D634-461E-A7FA-638FD7839ADF}"/>
                </c:ext>
              </c:extLst>
            </c:dLbl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D634-461E-A7FA-638FD7839ADF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D634-461E-A7FA-638FD7839ADF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D634-461E-A7FA-638FD7839ADF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D634-461E-A7FA-638FD7839ADF}"/>
                </c:ext>
              </c:extLst>
            </c:dLbl>
            <c:dLbl>
              <c:idx val="5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D634-461E-A7FA-638FD7839ADF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D634-461E-A7FA-638FD7839ADF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D634-461E-A7FA-638FD7839ADF}"/>
                </c:ext>
              </c:extLst>
            </c:dLbl>
            <c:dLbl>
              <c:idx val="8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D634-461E-A7FA-638FD7839ADF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D634-461E-A7FA-638FD7839ADF}"/>
                </c:ext>
              </c:extLst>
            </c:dLbl>
            <c:dLbl>
              <c:idx val="1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D634-461E-A7FA-638FD7839AD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DK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'2 - Payroll Indexed'!$B$3:$M$3</c:f>
              <c:strCache>
                <c:ptCount val="12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  <c:pt idx="4">
                  <c:v>2017</c:v>
                </c:pt>
                <c:pt idx="5">
                  <c:v>2018</c:v>
                </c:pt>
                <c:pt idx="6">
                  <c:v>2019</c:v>
                </c:pt>
                <c:pt idx="7">
                  <c:v>2020</c:v>
                </c:pt>
                <c:pt idx="8">
                  <c:v>2021</c:v>
                </c:pt>
                <c:pt idx="9">
                  <c:v>2022</c:v>
                </c:pt>
                <c:pt idx="10">
                  <c:v>2023</c:v>
                </c:pt>
                <c:pt idx="11">
                  <c:v>2024</c:v>
                </c:pt>
              </c:strCache>
            </c:strRef>
          </c:cat>
          <c:val>
            <c:numRef>
              <c:f>'2 - Payroll Indexed'!$B$12:$M$12</c:f>
              <c:numCache>
                <c:formatCode>0.00</c:formatCode>
                <c:ptCount val="12"/>
                <c:pt idx="0" formatCode="General">
                  <c:v>100</c:v>
                </c:pt>
                <c:pt idx="1">
                  <c:v>101.49062267491085</c:v>
                </c:pt>
                <c:pt idx="2">
                  <c:v>103.68422402955591</c:v>
                </c:pt>
                <c:pt idx="3">
                  <c:v>105.40318649459938</c:v>
                </c:pt>
                <c:pt idx="4">
                  <c:v>108.39469430689894</c:v>
                </c:pt>
                <c:pt idx="5">
                  <c:v>112.12766503322473</c:v>
                </c:pt>
                <c:pt idx="6">
                  <c:v>115.12686969238271</c:v>
                </c:pt>
                <c:pt idx="7">
                  <c:v>120.66603381481387</c:v>
                </c:pt>
                <c:pt idx="8">
                  <c:v>125.43038202016574</c:v>
                </c:pt>
                <c:pt idx="9">
                  <c:v>131.74436205967623</c:v>
                </c:pt>
                <c:pt idx="10">
                  <c:v>135.718500654232</c:v>
                </c:pt>
                <c:pt idx="11">
                  <c:v>143.15878595068887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634-461E-A7FA-638FD7839ADF}"/>
            </c:ext>
          </c:extLst>
        </c:ser>
        <c:dLbls>
          <c:dLblPos val="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27116639"/>
        <c:axId val="2053767055"/>
      </c:lineChart>
      <c:catAx>
        <c:axId val="27116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2053767055"/>
        <c:crosses val="autoZero"/>
        <c:auto val="1"/>
        <c:lblAlgn val="ctr"/>
        <c:lblOffset val="100"/>
        <c:noMultiLvlLbl val="0"/>
      </c:catAx>
      <c:valAx>
        <c:axId val="2053767055"/>
        <c:scaling>
          <c:orientation val="minMax"/>
          <c:max val="175"/>
          <c:min val="95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GB" dirty="0"/>
                  <a:t>Payroll</a:t>
                </a:r>
                <a:r>
                  <a:rPr lang="en-GB" baseline="0" dirty="0"/>
                  <a:t> Growth index (2013 = 100)</a:t>
                </a:r>
                <a:endParaRPr lang="en-GB" dirty="0"/>
              </a:p>
            </c:rich>
          </c:tx>
          <c:layout>
            <c:manualLayout>
              <c:xMode val="edge"/>
              <c:yMode val="edge"/>
              <c:x val="1.1012650818758794E-2"/>
              <c:y val="0.22782062113480453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GB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DK"/>
          </a:p>
        </c:txPr>
        <c:crossAx val="27116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DK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D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400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2A59-6B7F-45A0-B7A4-4B08292F4EFF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02E54-ADE7-49FF-94CB-E243A353BAEF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90465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5A30EB-EB9B-4321-B764-D1867454ED7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078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6E221-9382-302D-3E50-953BD5CA1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380AF-6F88-A5BF-ED35-01CA54255F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D62098-7B94-2F6E-F5E6-571FE9E1B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BB9D6-1ED2-1DE9-6753-694C07500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380084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BA370-37D0-02C7-78B4-8870AD36D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15A226-3A77-33CC-345C-02279F3724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AA190-C462-8E09-A218-CAAE73415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467AE-94B3-A526-8334-774CC135FF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07820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2742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160E3-460A-ABFD-6B58-E45A38FBE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FBCEF-2DB2-77B6-EB48-9F1C5398E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3B825-05F2-E368-2F70-608D2EC4C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F4E42-0052-5364-2F20-430DE51F2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63693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820AA-E65F-40BE-B7D2-05366060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813462-871E-6C2D-5F2F-990B7011A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9FB9E-F351-BD94-F115-4CAF9DA09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4231E-436C-6A1C-3CCE-3BB20A99A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472424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A5F4E-C2E5-80FF-AB77-708048F5A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E4513-00F5-C94B-380C-58479D27B4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EBB3D8-2A16-68D8-AFCF-C826BD8FA6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0D75C-4B5C-01BF-2229-70ED1FF89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81335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8BA3D-24A8-A129-868F-1A3CEF41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4DD3E-9867-89AC-1B14-2E06EB8224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3B5C07-679F-39FD-D793-4091413A6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819BDE-ADD8-A7C8-ED00-54A836DF04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80589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953D6-30F2-D374-C8C1-93A21416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5E9D61-DD6C-2F5E-63D5-4B7C521C8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A5A9CD-B8BE-EA48-A1B6-4399A05B90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DC829-EA60-9CC5-F8AA-E95B7C937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371626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3CF08-33D3-14C5-4FD0-F9EA76766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9A655-01A3-2FFE-5159-1CE4E44F2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7E58E-5586-0BB0-5A40-9EA5E6669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0794D5-9396-DD6D-239E-F9F8B2AF75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82967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CEA11-64CE-8D84-B362-29E7EBB78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EF667-2140-6F18-41C6-A9F926CD05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BEF03-FFFE-10D1-87FE-03A8D1B21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8AD20-CB10-6E5F-34C3-34F5576171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222696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99FE-3465-E6D5-39D2-237AEA735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4A2A4-8AFF-F636-78D4-E0D9EDC81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4FED6-BDD8-20F0-D92C-814414D9A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3C126-B555-CF8B-2A8C-2E6063CDD1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672662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32E139-D9FE-38E0-994D-AEAEEEECD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DB18B5-1392-EA3C-E5C5-2A972EF6E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6B83A2-24B7-3542-80FB-1E9D5181CA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38128-9929-599C-EAFE-FA4F86E674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13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616371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9208-D819-CA61-6BB8-E4D509FD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BA1E0A-E6AA-B573-AD3A-F11BB98949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38642C-F025-591E-1558-F1BEE7485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17CB0-56B2-D537-B332-D7140EB62F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EA6568-2AFD-4D0A-8A01-6454CB10D541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97012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3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0BEF-8E4C-F59D-62DE-99AC5B42E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AD6DFC-1EC9-B1A3-0A9B-DE78881E0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91F5-042A-324B-4580-72F8E695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3D159-5157-6588-AC09-57ED0DAF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00838E-F3DA-7C5F-35B2-DF1D9934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48310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3BA23-31BD-F687-8CE6-20A8C75B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ED202-214D-7BA6-FAAF-03485A5C0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92AC9-1971-8AFF-FBFC-7444406D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C21F5-3737-B30C-0748-EB5EAD031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ED33F-9917-5112-2D5E-FD850FA2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3943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F4576-9FD1-B5A9-A411-D092E966B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5E5BA-DCEC-01B8-7DAB-22CDBA466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9F55D-D22F-691F-CDBD-E0EF36A9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B002C-A0FA-BC98-09C7-089BA8A52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9B0F2D-70D8-B1FB-4500-E3E658C5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35832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F0A7B-70F5-0B2A-C0C9-6942D15B4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CB28C-E5C0-8CDE-5B9A-EA7CC256B5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5DDFCD-6766-2AFE-10DD-49B6055FF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CB362-220F-9ACC-59DC-D2921F1B0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1C54B1-DF3F-C631-AFBD-4DF01813F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857EE-13D9-7A95-9342-A644B214A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48040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1BB0-BB9E-BEA5-5E38-7DDB70B10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EA3B92-8CF8-E419-8289-3C6AC0D9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CE95DB-25A5-7408-2D04-9A8423BC2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42C088-1746-34DB-7E55-4EE693E44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61C76B-218F-36BD-64C1-E5EE07D8E9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45641D-0E55-506F-E01C-FC0513BD8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7830C4-15B6-3194-EC80-5C7DE0745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8AB6F2-6A6A-1466-9E48-E4D65362E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9552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A9BD4-6836-B3DE-D218-80B5D79E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4D10C3-ADFF-7B81-B299-93D2ABED8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3371A-F570-5CEE-D8A8-A73EF174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1783CE-745E-38D4-DE77-E2356C0F8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00876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BA656-3B44-4CF0-922F-E65C82F5D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CFA6A3-E2F2-5CE8-CEF1-D5F1684E7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C69A1-AC91-BFCC-4DB9-371EFC4B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384390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F6BA6-840B-425F-D195-3E7DC7E49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5FAE6-0A1B-A504-4CB5-57766BD7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45183C-700E-631C-8D1F-A08BA57D0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FEFBE2-59A7-540F-9659-F0BD55ECE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628CD7-C141-D9A1-5C15-5CDB404C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3785C8-F7F7-2F84-4F71-E3A9D34A1B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396377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F8B23-31E6-73F8-4815-00535342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7BE9B-9116-FC82-42F1-23F59F2FB2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3F74F-B173-C9CC-4B87-C288B66CD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47E8A1-85EB-B506-7FA1-BA5799546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792DC3-D573-07AE-3F8A-954F13AE2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F6AB1E-6A3A-39A8-5720-056A629A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71254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CE77E-24CA-527F-6653-DA923FC3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9DC4D-B022-2BCD-6070-424D80B3D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B9CF6-91F9-C299-5D65-0C7E65B15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6125D-6276-D3F3-6861-9EBF93EBE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11CBE1-BE33-2812-BBC8-84E6E742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3258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9AF643-8B00-6563-1549-5DFA1DB346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750343-AE27-0DEB-DF9C-03105FA78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3137A-75CD-47E1-987C-3ECDCDE2F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207D7-4556-29D7-CB80-93320BE0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A5A2F-D536-E867-70B2-A02CD3A1A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52170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Slide Blue Polyg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1C36D667-1EBD-A49D-698C-0045CB8B7E0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5463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10" imgH="312" progId="TCLayout.ActiveDocument.1">
                  <p:embed/>
                </p:oleObj>
              </mc:Choice>
              <mc:Fallback>
                <p:oleObj name="think-cell Slide" r:id="rId4" imgW="310" imgH="312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C36D667-1EBD-A49D-698C-0045CB8B7E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24">
            <a:extLst>
              <a:ext uri="{FF2B5EF4-FFF2-40B4-BE49-F238E27FC236}">
                <a16:creationId xmlns:a16="http://schemas.microsoft.com/office/drawing/2014/main" id="{B1FC8B4D-F5A7-21BB-804B-72BE2D61B0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6508800" cy="5936400"/>
          </a:xfrm>
          <a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r" rtl="0">
              <a:lnSpc>
                <a:spcPct val="100000"/>
              </a:lnSpc>
              <a:spcBef>
                <a:spcPts val="0"/>
              </a:spcBef>
              <a:buNone/>
              <a:defRPr sz="1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7EDEB91D-26FE-6526-05AA-C6DCE44B4C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4000" y="3562858"/>
            <a:ext cx="5222631" cy="921600"/>
          </a:xfrm>
        </p:spPr>
        <p:txBody>
          <a:bodyPr/>
          <a:lstStyle>
            <a:lvl1pPr mar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AD162847-E2B8-71DE-0C85-D7DAB304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" y="4809275"/>
            <a:ext cx="3400872" cy="215444"/>
          </a:xfrm>
          <a:prstGeom prst="rect">
            <a:avLst/>
          </a:prstGeo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fld id="{30932144-D304-4F8A-AF95-AAB60DE722F0}" type="datetime8">
              <a:rPr lang="en-DK" smtClean="0"/>
              <a:t>30/08/2026 00.23</a:t>
            </a:fld>
            <a:endParaRPr lang="en-GB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7AE821D-794B-AF65-6876-31D0129A12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000" y="4484458"/>
            <a:ext cx="5222631" cy="291118"/>
          </a:xfrm>
        </p:spPr>
        <p:txBody>
          <a:bodyPr anchor="b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79388" indent="0">
              <a:buNone/>
              <a:defRPr>
                <a:solidFill>
                  <a:schemeClr val="bg1"/>
                </a:solidFill>
              </a:defRPr>
            </a:lvl2pPr>
            <a:lvl3pPr marL="358775" indent="0">
              <a:buNone/>
              <a:defRPr>
                <a:solidFill>
                  <a:schemeClr val="bg1"/>
                </a:solidFill>
              </a:defRPr>
            </a:lvl3pPr>
            <a:lvl4pPr marL="538163" indent="0">
              <a:buNone/>
              <a:defRPr>
                <a:solidFill>
                  <a:schemeClr val="bg1"/>
                </a:solidFill>
              </a:defRPr>
            </a:lvl4pPr>
            <a:lvl5pPr marL="71755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Presenters name - City, Country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D6CB64-FEAC-1744-1946-0A91F66B22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867600" y="6192000"/>
            <a:ext cx="1864800" cy="360000"/>
          </a:xfrm>
          <a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r" rtl="0">
              <a:lnSpc>
                <a:spcPct val="100000"/>
              </a:lnSpc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9CC8A7-B3C9-5E07-CB8E-07BA796AC9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3999" y="1260000"/>
            <a:ext cx="5222631" cy="2125199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lang="en-GB" sz="6500" dirty="0">
                <a:solidFill>
                  <a:schemeClr val="bg1"/>
                </a:solidFill>
                <a:latin typeface="Arla InterFace Thin" panose="020B0403020203020304" pitchFamily="34" charset="0"/>
              </a:defRPr>
            </a:lvl1pPr>
          </a:lstStyle>
          <a:p>
            <a:pPr lvl="0">
              <a:lnSpc>
                <a:spcPct val="85000"/>
              </a:lnSpc>
            </a:pPr>
            <a:r>
              <a:rPr lang="en-GB"/>
              <a:t>Presentation Title</a:t>
            </a: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F223878-6D3A-2A27-5FF3-0632C05A45E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8454638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10" imgH="312" progId="TCLayout.ActiveDocument.1">
                  <p:embed/>
                </p:oleObj>
              </mc:Choice>
              <mc:Fallback>
                <p:oleObj name="think-cell Slide" r:id="rId8" imgW="310" imgH="312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223878-6D3A-2A27-5FF3-0632C05A45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ubtitle 2">
            <a:extLst>
              <a:ext uri="{FF2B5EF4-FFF2-40B4-BE49-F238E27FC236}">
                <a16:creationId xmlns:a16="http://schemas.microsoft.com/office/drawing/2014/main" id="{2609D01F-9F43-470E-B200-F4812F0433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4000" y="3562858"/>
            <a:ext cx="5222631" cy="921600"/>
          </a:xfrm>
        </p:spPr>
        <p:txBody>
          <a:bodyPr/>
          <a:lstStyle>
            <a:lvl1pPr mar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Subtitle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FD736AE0-AC38-C174-736C-027145CEFB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" y="4809275"/>
            <a:ext cx="3400872" cy="215444"/>
          </a:xfrm>
          <a:prstGeom prst="rect">
            <a:avLst/>
          </a:prstGeo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/>
              <a:t>Date</a:t>
            </a:r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F4598AD6-2CFC-DE64-D97D-4CB8EB596B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4000" y="4484458"/>
            <a:ext cx="5222631" cy="291118"/>
          </a:xfrm>
        </p:spPr>
        <p:txBody>
          <a:bodyPr anchor="b"/>
          <a:lstStyle>
            <a:lvl1pPr marL="0" indent="0" rtl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79388" indent="0">
              <a:buNone/>
              <a:defRPr>
                <a:solidFill>
                  <a:schemeClr val="bg1"/>
                </a:solidFill>
              </a:defRPr>
            </a:lvl2pPr>
            <a:lvl3pPr marL="358775" indent="0">
              <a:buNone/>
              <a:defRPr>
                <a:solidFill>
                  <a:schemeClr val="bg1"/>
                </a:solidFill>
              </a:defRPr>
            </a:lvl3pPr>
            <a:lvl4pPr marL="538163" indent="0">
              <a:buNone/>
              <a:defRPr>
                <a:solidFill>
                  <a:schemeClr val="bg1"/>
                </a:solidFill>
              </a:defRPr>
            </a:lvl4pPr>
            <a:lvl5pPr marL="71755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Presenters name - City, Country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6A413551-45A9-8563-DDBB-DF6F81F7E76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lnSpc>
                <a:spcPct val="100000"/>
              </a:lnSpc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542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E34A2-6225-EE64-833E-7399865A2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F08A8-38C3-51EB-EC94-3B2533969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98C76-6C53-C89A-C6D1-66B5C9D282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C9ED8-B0B0-46AF-A92C-036C076CC178}" type="datetimeFigureOut">
              <a:rPr lang="en-DK" smtClean="0"/>
              <a:t>30/08/2026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EC82B-A0C4-1B6B-6563-32E869A94E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8B66B-29E4-A199-B51F-C5C9F10BA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84ACA4-43AA-49C9-92A9-95690A4CA8BB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5509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stindk.com/insights/ai-in-focus-denmarks-new-digitalization-strateg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cepr.org/voxeu/columns/deconstructing-deindustrialisation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liwier-ferenc/danish-payroll-analysis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952EA96-92E5-CF49-5AD3-C57E586EA60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794" y="794"/>
          <a:ext cx="794" cy="7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59" imgH="360" progId="TCLayout.ActiveDocument.1">
                  <p:embed/>
                </p:oleObj>
              </mc:Choice>
              <mc:Fallback>
                <p:oleObj name="think-cell Slide" r:id="rId5" imgW="359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52EA96-92E5-CF49-5AD3-C57E586EA6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94" y="794"/>
                        <a:ext cx="794" cy="7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7B45B8C-4DBC-C8F0-5307-EF53898A51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0"/>
            <a:ext cx="6508800" cy="5936400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8B95AE-6A8F-0B8D-960D-E280FB5B747D}"/>
              </a:ext>
            </a:extLst>
          </p:cNvPr>
          <p:cNvSpPr txBox="1"/>
          <p:nvPr/>
        </p:nvSpPr>
        <p:spPr>
          <a:xfrm>
            <a:off x="276248" y="1336502"/>
            <a:ext cx="5653123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chemeClr val="bg1"/>
                </a:solidFill>
                <a:latin typeface="Montserrat SemiBold" pitchFamily="2" charset="0"/>
              </a:rPr>
              <a:t>Danish Labour Market Dynamics</a:t>
            </a:r>
            <a:endParaRPr lang="en-DK" sz="4400" dirty="0">
              <a:solidFill>
                <a:schemeClr val="bg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ED8184-2071-5670-CFB6-F66717BF60E5}"/>
              </a:ext>
            </a:extLst>
          </p:cNvPr>
          <p:cNvSpPr txBox="1"/>
          <p:nvPr/>
        </p:nvSpPr>
        <p:spPr>
          <a:xfrm>
            <a:off x="392093" y="2783052"/>
            <a:ext cx="508692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solidFill>
                  <a:schemeClr val="bg1"/>
                </a:solidFill>
                <a:latin typeface="Montserrat SemiBold" pitchFamily="2" charset="0"/>
              </a:rPr>
              <a:t>An analysis of wage and employment trends across Danish industries, 2013-2024</a:t>
            </a:r>
            <a:endParaRPr lang="en-DK" sz="20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3C8A08-C1C5-E820-57D8-AF8B5B9E603D}"/>
              </a:ext>
            </a:extLst>
          </p:cNvPr>
          <p:cNvSpPr txBox="1"/>
          <p:nvPr/>
        </p:nvSpPr>
        <p:spPr>
          <a:xfrm>
            <a:off x="529308" y="3867582"/>
            <a:ext cx="55666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 err="1">
                <a:solidFill>
                  <a:schemeClr val="bg1"/>
                </a:solidFill>
                <a:latin typeface="Montserrat SemiBold" pitchFamily="2" charset="0"/>
              </a:rPr>
              <a:t>Danmarks</a:t>
            </a:r>
            <a:r>
              <a:rPr lang="en-GB" sz="1200" dirty="0">
                <a:solidFill>
                  <a:schemeClr val="bg1"/>
                </a:solidFill>
                <a:latin typeface="Montserrat SemiBold" pitchFamily="2" charset="0"/>
              </a:rPr>
              <a:t> </a:t>
            </a:r>
            <a:r>
              <a:rPr lang="en-GB" sz="1200" dirty="0" err="1">
                <a:solidFill>
                  <a:schemeClr val="bg1"/>
                </a:solidFill>
                <a:latin typeface="Montserrat SemiBold" pitchFamily="2" charset="0"/>
              </a:rPr>
              <a:t>Statistik</a:t>
            </a:r>
            <a:r>
              <a:rPr lang="en-GB" sz="1200" dirty="0">
                <a:solidFill>
                  <a:schemeClr val="bg1"/>
                </a:solidFill>
                <a:latin typeface="Montserrat SemiBold" pitchFamily="2" charset="0"/>
              </a:rPr>
              <a:t> (LONS40, RAS300) • Oliwier Ferenc • August 2026</a:t>
            </a:r>
            <a:endParaRPr lang="en-DK" sz="1200" dirty="0">
              <a:solidFill>
                <a:schemeClr val="bg1"/>
              </a:solidFill>
              <a:latin typeface="Montserrat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22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3314A-ECBD-2D90-816C-4C0CE9430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F628B-3B22-AE48-7728-A87FDE64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Mapping Danish labour market growth and challenging assumptions 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61895F1-DD9F-BED4-75D2-EF347BAD9835}"/>
              </a:ext>
            </a:extLst>
          </p:cNvPr>
          <p:cNvSpPr/>
          <p:nvPr/>
        </p:nvSpPr>
        <p:spPr>
          <a:xfrm>
            <a:off x="506474" y="1690652"/>
            <a:ext cx="10576327" cy="1087980"/>
          </a:xfrm>
          <a:prstGeom prst="roundRect">
            <a:avLst>
              <a:gd name="adj" fmla="val 1014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A99FE2-9EB9-172D-CF96-5C485D8CE34C}"/>
              </a:ext>
            </a:extLst>
          </p:cNvPr>
          <p:cNvSpPr txBox="1"/>
          <p:nvPr/>
        </p:nvSpPr>
        <p:spPr>
          <a:xfrm>
            <a:off x="557467" y="1794367"/>
            <a:ext cx="102600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Problem statement: </a:t>
            </a:r>
          </a:p>
          <a:p>
            <a:r>
              <a:rPr lang="en-GB" sz="1400" dirty="0">
                <a:latin typeface="Montserrat" pitchFamily="2" charset="0"/>
              </a:rPr>
              <a:t>Which Danish industries are experiencing the strongest labour market growth – and does the data challenge conventional assumptions about which sectors are leading?</a:t>
            </a:r>
          </a:p>
          <a:p>
            <a:endParaRPr lang="en-GB" sz="1400" dirty="0">
              <a:latin typeface="Montserrat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55D0CFD-51F8-DEFC-5623-EE50E0910102}"/>
              </a:ext>
            </a:extLst>
          </p:cNvPr>
          <p:cNvSpPr txBox="1">
            <a:spLocks/>
          </p:cNvSpPr>
          <p:nvPr/>
        </p:nvSpPr>
        <p:spPr>
          <a:xfrm>
            <a:off x="301936" y="889722"/>
            <a:ext cx="6725078" cy="820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Case context and approach – methodology 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BD301604-2E0C-0799-656B-068588FB2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1</a:t>
            </a:r>
            <a:endParaRPr lang="en-DK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3D346F-223B-77E4-E338-D384C0FADA74}"/>
              </a:ext>
            </a:extLst>
          </p:cNvPr>
          <p:cNvSpPr/>
          <p:nvPr/>
        </p:nvSpPr>
        <p:spPr>
          <a:xfrm>
            <a:off x="506474" y="3025473"/>
            <a:ext cx="10576327" cy="2066260"/>
          </a:xfrm>
          <a:prstGeom prst="roundRect">
            <a:avLst>
              <a:gd name="adj" fmla="val 456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473DC7-034F-193D-B1E8-3F7FDB066FB8}"/>
              </a:ext>
            </a:extLst>
          </p:cNvPr>
          <p:cNvSpPr txBox="1"/>
          <p:nvPr/>
        </p:nvSpPr>
        <p:spPr>
          <a:xfrm>
            <a:off x="557467" y="3129188"/>
            <a:ext cx="1032595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Data &amp; Scope: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Montserrat" pitchFamily="2" charset="0"/>
              </a:rPr>
              <a:t>Two </a:t>
            </a:r>
            <a:r>
              <a:rPr lang="en-GB" sz="1400" dirty="0" err="1">
                <a:latin typeface="Montserrat" pitchFamily="2" charset="0"/>
              </a:rPr>
              <a:t>Danmarks</a:t>
            </a:r>
            <a:r>
              <a:rPr lang="en-GB" sz="1400" dirty="0">
                <a:latin typeface="Montserrat" pitchFamily="2" charset="0"/>
              </a:rPr>
              <a:t> </a:t>
            </a:r>
            <a:r>
              <a:rPr lang="en-GB" sz="1400" dirty="0" err="1">
                <a:latin typeface="Montserrat" pitchFamily="2" charset="0"/>
              </a:rPr>
              <a:t>Statistik</a:t>
            </a:r>
            <a:r>
              <a:rPr lang="en-GB" sz="1400" dirty="0">
                <a:latin typeface="Montserrat" pitchFamily="2" charset="0"/>
              </a:rPr>
              <a:t> datasets with data pulled live via API: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Montserrat" pitchFamily="2" charset="0"/>
              </a:rPr>
              <a:t>Hourly earnings by industry (LONS40)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Montserrat" pitchFamily="2" charset="0"/>
              </a:rPr>
              <a:t>Employment by industry (RAS300)	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sz="14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Montserrat" pitchFamily="2" charset="0"/>
              </a:rPr>
              <a:t>Integrated to model annual payroll spend across 10 industries, 2013-2024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dirty="0">
                <a:latin typeface="Montserrat" pitchFamily="2" charset="0"/>
              </a:rPr>
              <a:t>Payroll = hourly wage × employees × 1,600 hrs annually (roughly 40 hours/week * 40 weeks)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7C6526-07F1-3651-E00C-167DFD8153E6}"/>
              </a:ext>
            </a:extLst>
          </p:cNvPr>
          <p:cNvSpPr txBox="1"/>
          <p:nvPr/>
        </p:nvSpPr>
        <p:spPr>
          <a:xfrm>
            <a:off x="506474" y="5307176"/>
            <a:ext cx="10576326" cy="1000244"/>
          </a:xfrm>
          <a:prstGeom prst="roundRect">
            <a:avLst>
              <a:gd name="adj" fmla="val 8851"/>
            </a:avLst>
          </a:prstGeom>
          <a:solidFill>
            <a:srgbClr val="FFE5E5"/>
          </a:solidFill>
          <a:ln>
            <a:solidFill>
              <a:srgbClr val="C0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rgbClr val="E60000"/>
                </a:solidFill>
                <a:latin typeface="Montserrat Medium" pitchFamily="2" charset="0"/>
              </a:rPr>
              <a:t>How to read this deck:</a:t>
            </a:r>
            <a:r>
              <a:rPr lang="en-GB" sz="1400" dirty="0">
                <a:solidFill>
                  <a:srgbClr val="C00000"/>
                </a:solidFill>
                <a:latin typeface="Montserrat Medium" pitchFamily="2" charset="0"/>
              </a:rPr>
              <a:t>  </a:t>
            </a:r>
          </a:p>
          <a:p>
            <a:r>
              <a:rPr lang="en-GB" sz="1400" dirty="0">
                <a:latin typeface="Montserrat" pitchFamily="2" charset="0"/>
              </a:rPr>
              <a:t>Each slide surfaces one finding – moving from what is growing to highest pay versus fastest growth, to what the trajectory over time actually shows. Final slide translates findings into strategic implications for workforce planning.</a:t>
            </a:r>
          </a:p>
          <a:p>
            <a:r>
              <a:rPr lang="en-GB" sz="1100" dirty="0">
                <a:latin typeface="Montserrat SemiBold" pitchFamily="2" charset="0"/>
              </a:rPr>
              <a:t>Note:</a:t>
            </a:r>
            <a:r>
              <a:rPr lang="en-GB" sz="1100" dirty="0">
                <a:latin typeface="Montserrat" pitchFamily="2" charset="0"/>
              </a:rPr>
              <a:t> Industry highlights follow the four labour market profiles defined in the positioning analysis (slide 5).</a:t>
            </a:r>
            <a:r>
              <a:rPr lang="en-GB" sz="1400" dirty="0">
                <a:latin typeface="Montserrat" pitchFamily="2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5109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42E0A-BA3E-4178-CDCE-1260D8358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3C050-FFCB-D3A3-22A4-68B5715AE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Deconstructing the public narrative: four intuitions the data challenges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6B72D65-BDEE-2B74-4511-00D8C7E53D51}"/>
              </a:ext>
            </a:extLst>
          </p:cNvPr>
          <p:cNvSpPr txBox="1">
            <a:spLocks/>
          </p:cNvSpPr>
          <p:nvPr/>
        </p:nvSpPr>
        <p:spPr>
          <a:xfrm>
            <a:off x="301936" y="889722"/>
            <a:ext cx="6725078" cy="8209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Case context and approach – assumptions challenged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77FF710-1B74-5764-C491-3B41947ED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2</a:t>
            </a:r>
            <a:endParaRPr lang="en-DK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D781D1C-C4F3-2314-39F3-6D6E310BE41E}"/>
              </a:ext>
            </a:extLst>
          </p:cNvPr>
          <p:cNvGrpSpPr/>
          <p:nvPr/>
        </p:nvGrpSpPr>
        <p:grpSpPr>
          <a:xfrm>
            <a:off x="1132115" y="1666474"/>
            <a:ext cx="9927770" cy="4402910"/>
            <a:chOff x="1132114" y="1710634"/>
            <a:chExt cx="9927770" cy="400264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4B08C1C4-4269-8F9B-0EDD-033CBDCC0BB3}"/>
                </a:ext>
              </a:extLst>
            </p:cNvPr>
            <p:cNvGrpSpPr/>
            <p:nvPr/>
          </p:nvGrpSpPr>
          <p:grpSpPr>
            <a:xfrm>
              <a:off x="1132114" y="1710634"/>
              <a:ext cx="9927770" cy="908814"/>
              <a:chOff x="1132114" y="1710634"/>
              <a:chExt cx="9927770" cy="908814"/>
            </a:xfrm>
          </p:grpSpPr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EBD4C35B-057B-856E-9ADF-B053DE1D6350}"/>
                  </a:ext>
                </a:extLst>
              </p:cNvPr>
              <p:cNvSpPr/>
              <p:nvPr/>
            </p:nvSpPr>
            <p:spPr>
              <a:xfrm>
                <a:off x="1132114" y="1710634"/>
                <a:ext cx="9927770" cy="908814"/>
              </a:xfrm>
              <a:prstGeom prst="roundRect">
                <a:avLst>
                  <a:gd name="adj" fmla="val 937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115E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F33E61-01B9-A6E8-84D3-5E8DFDE4E62D}"/>
                  </a:ext>
                </a:extLst>
              </p:cNvPr>
              <p:cNvSpPr txBox="1"/>
              <p:nvPr/>
            </p:nvSpPr>
            <p:spPr>
              <a:xfrm>
                <a:off x="1262742" y="1780320"/>
                <a:ext cx="151483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>
                    <a:solidFill>
                      <a:schemeClr val="bg2">
                        <a:lumMod val="75000"/>
                      </a:schemeClr>
                    </a:solidFill>
                    <a:latin typeface="Montserrat Light" pitchFamily="2" charset="0"/>
                  </a:rPr>
                  <a:t>Assumption</a:t>
                </a:r>
                <a:endParaRPr lang="en-GB" i="1" dirty="0">
                  <a:solidFill>
                    <a:schemeClr val="bg2">
                      <a:lumMod val="75000"/>
                    </a:schemeClr>
                  </a:solidFill>
                  <a:latin typeface="Montserrat Light" pitchFamily="2" charset="0"/>
                </a:endParaRPr>
              </a:p>
              <a:p>
                <a:r>
                  <a:rPr lang="en-GB" sz="2800" i="1" dirty="0">
                    <a:latin typeface="Montserrat SemiBold" pitchFamily="2" charset="0"/>
                  </a:rPr>
                  <a:t>01</a:t>
                </a:r>
                <a:endParaRPr lang="en-GB" sz="1400" i="1" dirty="0">
                  <a:latin typeface="Montserrat SemiBold" pitchFamily="2" charset="0"/>
                </a:endParaRP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73BD2916-66C7-FE37-D091-C3726B43E84D}"/>
                  </a:ext>
                </a:extLst>
              </p:cNvPr>
              <p:cNvSpPr txBox="1"/>
              <p:nvPr/>
            </p:nvSpPr>
            <p:spPr>
              <a:xfrm>
                <a:off x="3209565" y="1795708"/>
                <a:ext cx="7719693" cy="671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Montserrat SemiBold" pitchFamily="2" charset="0"/>
                  </a:rPr>
                  <a:t>The tech-first illusion</a:t>
                </a:r>
              </a:p>
              <a:p>
                <a:r>
                  <a:rPr lang="en-GB" sz="1400" dirty="0">
                    <a:latin typeface="Montserrat" pitchFamily="2" charset="0"/>
                  </a:rPr>
                  <a:t>Widespread media coverage assumes software, AI, and digital knowledge sectors drive modern labour markets. 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8881BEA-C5A5-3A62-404D-A72C9BA4B131}"/>
                  </a:ext>
                </a:extLst>
              </p:cNvPr>
              <p:cNvSpPr/>
              <p:nvPr/>
            </p:nvSpPr>
            <p:spPr>
              <a:xfrm>
                <a:off x="2845754" y="1839755"/>
                <a:ext cx="62449" cy="650570"/>
              </a:xfrm>
              <a:prstGeom prst="roundRect">
                <a:avLst>
                  <a:gd name="adj" fmla="val 50000"/>
                </a:avLst>
              </a:prstGeom>
              <a:solidFill>
                <a:srgbClr val="115E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69D0C1D-1858-0710-DCA1-9840D67CEF55}"/>
                </a:ext>
              </a:extLst>
            </p:cNvPr>
            <p:cNvGrpSpPr/>
            <p:nvPr/>
          </p:nvGrpSpPr>
          <p:grpSpPr>
            <a:xfrm>
              <a:off x="1132114" y="2741911"/>
              <a:ext cx="9927770" cy="908814"/>
              <a:chOff x="1132114" y="2741911"/>
              <a:chExt cx="9927770" cy="908814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4467F0A9-B63E-F56B-0AF1-0480373B0D38}"/>
                  </a:ext>
                </a:extLst>
              </p:cNvPr>
              <p:cNvSpPr/>
              <p:nvPr/>
            </p:nvSpPr>
            <p:spPr>
              <a:xfrm>
                <a:off x="1132114" y="2741911"/>
                <a:ext cx="9927770" cy="908814"/>
              </a:xfrm>
              <a:prstGeom prst="roundRect">
                <a:avLst>
                  <a:gd name="adj" fmla="val 937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1E3A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7BECA2A-4F0D-EC30-2748-E8C4730F8E74}"/>
                  </a:ext>
                </a:extLst>
              </p:cNvPr>
              <p:cNvSpPr txBox="1"/>
              <p:nvPr/>
            </p:nvSpPr>
            <p:spPr>
              <a:xfrm>
                <a:off x="1262742" y="2811598"/>
                <a:ext cx="151483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>
                    <a:solidFill>
                      <a:schemeClr val="bg2">
                        <a:lumMod val="75000"/>
                      </a:schemeClr>
                    </a:solidFill>
                    <a:latin typeface="Montserrat Light" pitchFamily="2" charset="0"/>
                  </a:rPr>
                  <a:t>Assumption</a:t>
                </a:r>
                <a:endParaRPr lang="en-GB" i="1" dirty="0">
                  <a:solidFill>
                    <a:schemeClr val="bg2">
                      <a:lumMod val="75000"/>
                    </a:schemeClr>
                  </a:solidFill>
                  <a:latin typeface="Montserrat Light" pitchFamily="2" charset="0"/>
                </a:endParaRPr>
              </a:p>
              <a:p>
                <a:r>
                  <a:rPr lang="en-GB" sz="2800" i="1" dirty="0">
                    <a:latin typeface="Montserrat SemiBold" pitchFamily="2" charset="0"/>
                  </a:rPr>
                  <a:t>02</a:t>
                </a:r>
                <a:endParaRPr lang="en-GB" sz="1400" i="1" dirty="0">
                  <a:latin typeface="Montserrat SemiBold" pitchFamily="2" charset="0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96F2EEB-DF3E-0BD3-09A5-E0C25EEDEFBD}"/>
                  </a:ext>
                </a:extLst>
              </p:cNvPr>
              <p:cNvSpPr txBox="1"/>
              <p:nvPr/>
            </p:nvSpPr>
            <p:spPr>
              <a:xfrm>
                <a:off x="3209566" y="2826986"/>
                <a:ext cx="7719692" cy="671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Montserrat SemiBold" pitchFamily="2" charset="0"/>
                  </a:rPr>
                  <a:t>The wage-growth equivalence</a:t>
                </a:r>
              </a:p>
              <a:p>
                <a:r>
                  <a:rPr lang="en-GB" sz="1400" dirty="0">
                    <a:latin typeface="Montserrat" pitchFamily="2" charset="0"/>
                  </a:rPr>
                  <a:t>It is intuitive to assume that high-wage industries are also expanding their payroll fastest – this analysis tests whether that intuition holds in Danish data.</a:t>
                </a:r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AE5BFFCA-0563-6C79-2715-B77B0FC607FA}"/>
                  </a:ext>
                </a:extLst>
              </p:cNvPr>
              <p:cNvSpPr/>
              <p:nvPr/>
            </p:nvSpPr>
            <p:spPr>
              <a:xfrm>
                <a:off x="2845754" y="2871033"/>
                <a:ext cx="62449" cy="650570"/>
              </a:xfrm>
              <a:prstGeom prst="roundRect">
                <a:avLst>
                  <a:gd name="adj" fmla="val 50000"/>
                </a:avLst>
              </a:prstGeom>
              <a:solidFill>
                <a:srgbClr val="1E3A8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AC58228C-2FBE-2240-E52F-5CE389F289E8}"/>
                </a:ext>
              </a:extLst>
            </p:cNvPr>
            <p:cNvGrpSpPr/>
            <p:nvPr/>
          </p:nvGrpSpPr>
          <p:grpSpPr>
            <a:xfrm>
              <a:off x="1132114" y="3773188"/>
              <a:ext cx="9927770" cy="908814"/>
              <a:chOff x="1132114" y="3773188"/>
              <a:chExt cx="9927770" cy="908814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D7865AD9-67F5-C441-1671-28D21A35EAD7}"/>
                  </a:ext>
                </a:extLst>
              </p:cNvPr>
              <p:cNvSpPr/>
              <p:nvPr/>
            </p:nvSpPr>
            <p:spPr>
              <a:xfrm>
                <a:off x="1132114" y="3773188"/>
                <a:ext cx="9927770" cy="908814"/>
              </a:xfrm>
              <a:prstGeom prst="roundRect">
                <a:avLst>
                  <a:gd name="adj" fmla="val 937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C0562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9CBEAC4-5051-E881-3BCF-D00BF5ACEEA6}"/>
                  </a:ext>
                </a:extLst>
              </p:cNvPr>
              <p:cNvSpPr txBox="1"/>
              <p:nvPr/>
            </p:nvSpPr>
            <p:spPr>
              <a:xfrm>
                <a:off x="1262742" y="3842876"/>
                <a:ext cx="151483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>
                    <a:solidFill>
                      <a:schemeClr val="bg2">
                        <a:lumMod val="75000"/>
                      </a:schemeClr>
                    </a:solidFill>
                    <a:latin typeface="Montserrat Light" pitchFamily="2" charset="0"/>
                  </a:rPr>
                  <a:t>Assumption</a:t>
                </a:r>
                <a:endParaRPr lang="en-GB" i="1" dirty="0">
                  <a:solidFill>
                    <a:schemeClr val="bg2">
                      <a:lumMod val="75000"/>
                    </a:schemeClr>
                  </a:solidFill>
                  <a:latin typeface="Montserrat Light" pitchFamily="2" charset="0"/>
                </a:endParaRPr>
              </a:p>
              <a:p>
                <a:r>
                  <a:rPr lang="en-GB" sz="2800" i="1" dirty="0">
                    <a:latin typeface="Montserrat SemiBold" pitchFamily="2" charset="0"/>
                  </a:rPr>
                  <a:t>03</a:t>
                </a:r>
                <a:endParaRPr lang="en-GB" sz="1400" i="1" dirty="0">
                  <a:latin typeface="Montserrat SemiBold" pitchFamily="2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117DF0-A88A-D41A-292F-57FF4FB0B84C}"/>
                  </a:ext>
                </a:extLst>
              </p:cNvPr>
              <p:cNvSpPr txBox="1"/>
              <p:nvPr/>
            </p:nvSpPr>
            <p:spPr>
              <a:xfrm>
                <a:off x="3209566" y="3858263"/>
                <a:ext cx="7850318" cy="671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Montserrat SemiBold" pitchFamily="2" charset="0"/>
                  </a:rPr>
                  <a:t>The “old economy” fallacy</a:t>
                </a:r>
              </a:p>
              <a:p>
                <a:r>
                  <a:rPr lang="en-GB" sz="1400" dirty="0">
                    <a:latin typeface="Montserrat" pitchFamily="2" charset="0"/>
                  </a:rPr>
                  <a:t>Sectors like Manufacturing perceived as belonging to Denmark’s industrial past rather than its economic future, overshadowed by green energy and digital narratives.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9D20B1FA-83B7-4678-75BE-D4159C984777}"/>
                  </a:ext>
                </a:extLst>
              </p:cNvPr>
              <p:cNvSpPr/>
              <p:nvPr/>
            </p:nvSpPr>
            <p:spPr>
              <a:xfrm>
                <a:off x="2845754" y="3902310"/>
                <a:ext cx="62449" cy="650570"/>
              </a:xfrm>
              <a:prstGeom prst="roundRect">
                <a:avLst>
                  <a:gd name="adj" fmla="val 50000"/>
                </a:avLst>
              </a:prstGeom>
              <a:solidFill>
                <a:srgbClr val="C056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57F15628-BCC6-C97D-5C1E-5CA57DEC1837}"/>
                </a:ext>
              </a:extLst>
            </p:cNvPr>
            <p:cNvGrpSpPr/>
            <p:nvPr/>
          </p:nvGrpSpPr>
          <p:grpSpPr>
            <a:xfrm>
              <a:off x="1132114" y="4804465"/>
              <a:ext cx="9927770" cy="908814"/>
              <a:chOff x="1132114" y="4804465"/>
              <a:chExt cx="9927770" cy="908814"/>
            </a:xfrm>
          </p:grpSpPr>
          <p:sp>
            <p:nvSpPr>
              <p:cNvPr id="27" name="Rectangle: Rounded Corners 26">
                <a:extLst>
                  <a:ext uri="{FF2B5EF4-FFF2-40B4-BE49-F238E27FC236}">
                    <a16:creationId xmlns:a16="http://schemas.microsoft.com/office/drawing/2014/main" id="{CC909A16-128E-D7B5-829C-34BA6EA7C445}"/>
                  </a:ext>
                </a:extLst>
              </p:cNvPr>
              <p:cNvSpPr/>
              <p:nvPr/>
            </p:nvSpPr>
            <p:spPr>
              <a:xfrm>
                <a:off x="1132114" y="4804465"/>
                <a:ext cx="9927770" cy="908814"/>
              </a:xfrm>
              <a:prstGeom prst="roundRect">
                <a:avLst>
                  <a:gd name="adj" fmla="val 9374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rgbClr val="607D8B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0FB3950-A61C-2AF3-46E0-43121AD90BB2}"/>
                  </a:ext>
                </a:extLst>
              </p:cNvPr>
              <p:cNvSpPr txBox="1"/>
              <p:nvPr/>
            </p:nvSpPr>
            <p:spPr>
              <a:xfrm>
                <a:off x="1262742" y="4874154"/>
                <a:ext cx="1514833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i="1" dirty="0">
                    <a:solidFill>
                      <a:schemeClr val="bg2">
                        <a:lumMod val="75000"/>
                      </a:schemeClr>
                    </a:solidFill>
                    <a:latin typeface="Montserrat Light" pitchFamily="2" charset="0"/>
                  </a:rPr>
                  <a:t>Assumption</a:t>
                </a:r>
                <a:endParaRPr lang="en-GB" i="1" dirty="0">
                  <a:solidFill>
                    <a:schemeClr val="bg2">
                      <a:lumMod val="75000"/>
                    </a:schemeClr>
                  </a:solidFill>
                  <a:latin typeface="Montserrat Light" pitchFamily="2" charset="0"/>
                </a:endParaRPr>
              </a:p>
              <a:p>
                <a:r>
                  <a:rPr lang="en-GB" sz="2800" i="1" dirty="0">
                    <a:latin typeface="Montserrat SemiBold" pitchFamily="2" charset="0"/>
                  </a:rPr>
                  <a:t>04</a:t>
                </a:r>
                <a:endParaRPr lang="en-GB" sz="1400" i="1" dirty="0">
                  <a:latin typeface="Montserrat SemiBold" pitchFamily="2" charset="0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318B4F1-F083-3361-00E4-889ABB82AB12}"/>
                  </a:ext>
                </a:extLst>
              </p:cNvPr>
              <p:cNvSpPr txBox="1"/>
              <p:nvPr/>
            </p:nvSpPr>
            <p:spPr>
              <a:xfrm>
                <a:off x="3209566" y="4892206"/>
                <a:ext cx="7607970" cy="671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>
                    <a:latin typeface="Montserrat SemiBold" pitchFamily="2" charset="0"/>
                  </a:rPr>
                  <a:t>The absolute size myth	</a:t>
                </a:r>
              </a:p>
              <a:p>
                <a:r>
                  <a:rPr lang="en-GB" sz="1400" dirty="0">
                    <a:latin typeface="Montserrat" pitchFamily="2" charset="0"/>
                  </a:rPr>
                  <a:t>Payroll dominance is a natural proxy for payroll momentum – Denmark’s largest employer by payroll spend is assumed to also be its most dynamic.</a:t>
                </a:r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337A6B03-55B8-82EE-FB13-85909099697A}"/>
                  </a:ext>
                </a:extLst>
              </p:cNvPr>
              <p:cNvSpPr/>
              <p:nvPr/>
            </p:nvSpPr>
            <p:spPr>
              <a:xfrm>
                <a:off x="2845754" y="4933587"/>
                <a:ext cx="62449" cy="650570"/>
              </a:xfrm>
              <a:prstGeom prst="roundRect">
                <a:avLst>
                  <a:gd name="adj" fmla="val 50000"/>
                </a:avLst>
              </a:prstGeom>
              <a:solidFill>
                <a:srgbClr val="607D8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/>
              </a:p>
            </p:txBody>
          </p:sp>
        </p:grpSp>
      </p:grpSp>
      <p:sp>
        <p:nvSpPr>
          <p:cNvPr id="46" name="Title 1">
            <a:extLst>
              <a:ext uri="{FF2B5EF4-FFF2-40B4-BE49-F238E27FC236}">
                <a16:creationId xmlns:a16="http://schemas.microsoft.com/office/drawing/2014/main" id="{F85EC7E0-FFEE-FA9D-036E-A3A85511B018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8800818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Invest in Denmark – Denmark’s Digitalisation Strategy 2023 (</a:t>
            </a:r>
            <a:r>
              <a:rPr lang="en-GB" sz="1050" dirty="0">
                <a:latin typeface="Montserrat Light" pitchFamily="2" charset="0"/>
                <a:hlinkClick r:id="rId3"/>
              </a:rPr>
              <a:t>investindk.com</a:t>
            </a:r>
            <a:r>
              <a:rPr lang="en-GB" sz="1050" dirty="0">
                <a:latin typeface="Montserrat Light" pitchFamily="2" charset="0"/>
              </a:rPr>
              <a:t>) • CEPR – Deconstructing Deindustrialization, Smeets et al. (</a:t>
            </a:r>
            <a:r>
              <a:rPr lang="en-GB" sz="1050" dirty="0">
                <a:latin typeface="Montserrat Light" pitchFamily="2" charset="0"/>
                <a:hlinkClick r:id="rId4"/>
              </a:rPr>
              <a:t>cepr.org/</a:t>
            </a:r>
            <a:r>
              <a:rPr lang="en-GB" sz="1050" dirty="0" err="1">
                <a:latin typeface="Montserrat Light" pitchFamily="2" charset="0"/>
                <a:hlinkClick r:id="rId4"/>
              </a:rPr>
              <a:t>voxeu</a:t>
            </a:r>
            <a:r>
              <a:rPr lang="en-GB" sz="1050" dirty="0">
                <a:latin typeface="Montserrat Light" pitchFamily="2" charset="0"/>
              </a:rPr>
              <a:t>) • Assumptions 2 and 4 reflect intuitive economic priors tested empirically in this analysis </a:t>
            </a:r>
            <a:endParaRPr lang="en-DK" sz="1050" dirty="0"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82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2D1FE-7BBD-7E21-D02A-76BC8AC9D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5" y="53945"/>
            <a:ext cx="10712115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Heavy sectors like Manufacturing outpace traditional Tech &amp; Finance expectations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DCD674B-61EC-535F-B3BE-7C4FAB3827A4}"/>
              </a:ext>
            </a:extLst>
          </p:cNvPr>
          <p:cNvSpPr/>
          <p:nvPr/>
        </p:nvSpPr>
        <p:spPr>
          <a:xfrm>
            <a:off x="7711672" y="1194507"/>
            <a:ext cx="4095893" cy="5199418"/>
          </a:xfrm>
          <a:prstGeom prst="roundRect">
            <a:avLst>
              <a:gd name="adj" fmla="val 25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5ED2E-419B-FCE4-7E72-EB69EEC8A7B6}"/>
              </a:ext>
            </a:extLst>
          </p:cNvPr>
          <p:cNvSpPr txBox="1"/>
          <p:nvPr/>
        </p:nvSpPr>
        <p:spPr>
          <a:xfrm>
            <a:off x="7750623" y="1240916"/>
            <a:ext cx="4013961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Reading the chart</a:t>
            </a:r>
          </a:p>
          <a:p>
            <a:endParaRPr lang="en-GB" dirty="0">
              <a:latin typeface="Montserrat SemiBold" pitchFamily="2" charset="0"/>
            </a:endParaRPr>
          </a:p>
          <a:p>
            <a:r>
              <a:rPr lang="en-GB" sz="1400" dirty="0">
                <a:latin typeface="Montserrat" pitchFamily="2" charset="0"/>
              </a:rPr>
              <a:t>Construction and Business Services lead long-term payroll expenditure growth at </a:t>
            </a:r>
            <a:r>
              <a:rPr lang="en-GB" sz="1400" dirty="0">
                <a:latin typeface="Montserrat SemiBold" pitchFamily="2" charset="0"/>
              </a:rPr>
              <a:t>5.10%</a:t>
            </a:r>
            <a:r>
              <a:rPr lang="en-GB" sz="1400" dirty="0">
                <a:latin typeface="Montserrat" pitchFamily="2" charset="0"/>
              </a:rPr>
              <a:t> and </a:t>
            </a:r>
            <a:r>
              <a:rPr lang="en-GB" sz="1400" dirty="0">
                <a:latin typeface="Montserrat SemiBold" pitchFamily="2" charset="0"/>
              </a:rPr>
              <a:t>5.00%</a:t>
            </a:r>
            <a:r>
              <a:rPr lang="en-GB" sz="1400" dirty="0">
                <a:latin typeface="Montserrat" pitchFamily="2" charset="0"/>
              </a:rPr>
              <a:t>, driven by high project-based demand.</a:t>
            </a:r>
          </a:p>
          <a:p>
            <a:endParaRPr lang="en-GB" sz="1400" dirty="0">
              <a:latin typeface="Montserrat" pitchFamily="2" charset="0"/>
            </a:endParaRPr>
          </a:p>
          <a:p>
            <a:endParaRPr lang="en-GB" sz="1400" dirty="0">
              <a:latin typeface="Montserrat" pitchFamily="2" charset="0"/>
            </a:endParaRPr>
          </a:p>
          <a:p>
            <a:r>
              <a:rPr lang="en-GB" sz="1400" dirty="0">
                <a:solidFill>
                  <a:schemeClr val="accent2"/>
                </a:solidFill>
                <a:latin typeface="Montserrat" pitchFamily="2" charset="0"/>
              </a:rPr>
              <a:t>Manufacturing</a:t>
            </a:r>
            <a:r>
              <a:rPr lang="en-GB" sz="1400" dirty="0">
                <a:latin typeface="Montserrat" pitchFamily="2" charset="0"/>
              </a:rPr>
              <a:t> climbs at </a:t>
            </a:r>
            <a:r>
              <a:rPr lang="en-GB" sz="1400" dirty="0">
                <a:latin typeface="Montserrat SemiBold" pitchFamily="2" charset="0"/>
              </a:rPr>
              <a:t>4.69%</a:t>
            </a:r>
            <a:r>
              <a:rPr lang="en-GB" sz="1400" dirty="0">
                <a:latin typeface="Montserrat" pitchFamily="2" charset="0"/>
              </a:rPr>
              <a:t>, outpacing software-driven knowledge sectors such as Info &amp; Comms (4.38%).</a:t>
            </a:r>
          </a:p>
          <a:p>
            <a:endParaRPr lang="en-GB" sz="1400" dirty="0">
              <a:latin typeface="Montserrat" pitchFamily="2" charset="0"/>
            </a:endParaRPr>
          </a:p>
          <a:p>
            <a:endParaRPr lang="en-GB" sz="1400" dirty="0">
              <a:latin typeface="Montserrat" pitchFamily="2" charset="0"/>
            </a:endParaRPr>
          </a:p>
          <a:p>
            <a:r>
              <a:rPr lang="en-GB" sz="1400" dirty="0">
                <a:latin typeface="Montserrat" pitchFamily="2" charset="0"/>
              </a:rPr>
              <a:t>Financial &amp; Insurance sits lower at </a:t>
            </a:r>
            <a:r>
              <a:rPr lang="en-GB" sz="1400" dirty="0">
                <a:latin typeface="Montserrat SemiBold" pitchFamily="2" charset="0"/>
              </a:rPr>
              <a:t>4.01%</a:t>
            </a:r>
            <a:r>
              <a:rPr lang="en-GB" sz="1400" dirty="0">
                <a:latin typeface="Montserrat" pitchFamily="2" charset="0"/>
              </a:rPr>
              <a:t>, indicating that capital-light industries are expanding payrolls more conservatively.</a:t>
            </a:r>
          </a:p>
          <a:p>
            <a:endParaRPr lang="en-GB" sz="1400" dirty="0">
              <a:latin typeface="Montserrat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C6B0C90-D297-9E74-D4C8-63888F844345}"/>
              </a:ext>
            </a:extLst>
          </p:cNvPr>
          <p:cNvSpPr txBox="1">
            <a:spLocks/>
          </p:cNvSpPr>
          <p:nvPr/>
        </p:nvSpPr>
        <p:spPr>
          <a:xfrm>
            <a:off x="301935" y="633136"/>
            <a:ext cx="672507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Average annual payroll growth by industry, 2013-2024 (%)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CF68D40-479A-24DC-1633-937887C3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3</a:t>
            </a:r>
            <a:endParaRPr lang="en-DK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BE78E96-61AE-8E19-7152-6269268D66C7}"/>
              </a:ext>
            </a:extLst>
          </p:cNvPr>
          <p:cNvSpPr txBox="1">
            <a:spLocks/>
          </p:cNvSpPr>
          <p:nvPr/>
        </p:nvSpPr>
        <p:spPr>
          <a:xfrm>
            <a:off x="7750623" y="5149146"/>
            <a:ext cx="40958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DK" sz="1050" dirty="0">
              <a:latin typeface="Montserrat Light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1BEE7-517F-9376-8BDB-293D2E5B67E8}"/>
              </a:ext>
            </a:extLst>
          </p:cNvPr>
          <p:cNvCxnSpPr/>
          <p:nvPr/>
        </p:nvCxnSpPr>
        <p:spPr>
          <a:xfrm>
            <a:off x="7810214" y="5321393"/>
            <a:ext cx="385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858C665B-85C0-81B9-EDEF-38049335C92C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6919315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</a:t>
            </a:r>
            <a:r>
              <a:rPr lang="en-GB" sz="1050" dirty="0" err="1">
                <a:latin typeface="Montserrat Light" pitchFamily="2" charset="0"/>
              </a:rPr>
              <a:t>Danmarks</a:t>
            </a:r>
            <a:r>
              <a:rPr lang="en-GB" sz="1050" dirty="0">
                <a:latin typeface="Montserrat Light" pitchFamily="2" charset="0"/>
              </a:rPr>
              <a:t> </a:t>
            </a:r>
            <a:r>
              <a:rPr lang="en-GB" sz="1050" dirty="0" err="1">
                <a:latin typeface="Montserrat Light" pitchFamily="2" charset="0"/>
              </a:rPr>
              <a:t>Statistik</a:t>
            </a:r>
            <a:r>
              <a:rPr lang="en-GB" sz="1050" dirty="0">
                <a:latin typeface="Montserrat Light" pitchFamily="2" charset="0"/>
              </a:rPr>
              <a:t> (LONS40 x RAS300) • Payroll growth = average annual rate 2013-2024 • Excludes industry aggregate</a:t>
            </a:r>
            <a:endParaRPr lang="en-DK" sz="1050" dirty="0">
              <a:latin typeface="Montserrat Light" pitchFamily="2" charset="0"/>
            </a:endParaRP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A956A4F5-DC46-AA81-5513-A459D8360D5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57894935"/>
              </p:ext>
            </p:extLst>
          </p:nvPr>
        </p:nvGraphicFramePr>
        <p:xfrm>
          <a:off x="301935" y="1595045"/>
          <a:ext cx="7219683" cy="42969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04568D-C843-EAA5-FB29-C5810ED16529}"/>
              </a:ext>
            </a:extLst>
          </p:cNvPr>
          <p:cNvSpPr txBox="1">
            <a:spLocks/>
          </p:cNvSpPr>
          <p:nvPr/>
        </p:nvSpPr>
        <p:spPr>
          <a:xfrm>
            <a:off x="7731147" y="5186720"/>
            <a:ext cx="4095893" cy="1207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100" dirty="0">
                <a:latin typeface="Montserrat SemiBold" pitchFamily="2" charset="0"/>
              </a:rPr>
              <a:t>Key takeaway: </a:t>
            </a:r>
            <a:r>
              <a:rPr lang="en-GB" sz="1100" dirty="0">
                <a:latin typeface="Montserrat Light" pitchFamily="2" charset="0"/>
              </a:rPr>
              <a:t>Structural growth is concentrated in physical infrastructure and production rather than digital services.</a:t>
            </a:r>
            <a:endParaRPr lang="en-DK" sz="1100" dirty="0"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3625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9FDE-FE31-43BB-7770-2B1453627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E9F37-728C-095D-C7B8-B9962A6D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Manufacturing has quietly become Denmark’s fastest-growing payroll sector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7CE1430-E73A-4394-C5C0-2E5BFAB2EB57}"/>
              </a:ext>
            </a:extLst>
          </p:cNvPr>
          <p:cNvSpPr/>
          <p:nvPr/>
        </p:nvSpPr>
        <p:spPr>
          <a:xfrm>
            <a:off x="7711672" y="1194507"/>
            <a:ext cx="4095893" cy="5199418"/>
          </a:xfrm>
          <a:prstGeom prst="roundRect">
            <a:avLst>
              <a:gd name="adj" fmla="val 25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A9D934-03CD-AC05-99A2-9F569D22D9AD}"/>
              </a:ext>
            </a:extLst>
          </p:cNvPr>
          <p:cNvSpPr txBox="1"/>
          <p:nvPr/>
        </p:nvSpPr>
        <p:spPr>
          <a:xfrm>
            <a:off x="7750623" y="1240916"/>
            <a:ext cx="4013961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At a glance</a:t>
            </a:r>
          </a:p>
          <a:p>
            <a:endParaRPr lang="en-GB" dirty="0">
              <a:latin typeface="Montserrat SemiBold" pitchFamily="2" charset="0"/>
            </a:endParaRPr>
          </a:p>
          <a:p>
            <a:r>
              <a:rPr lang="en-GB" sz="1400" dirty="0">
                <a:latin typeface="Montserrat SemiBold" pitchFamily="2" charset="0"/>
              </a:rPr>
              <a:t>Manufacturing leads:  </a:t>
            </a:r>
          </a:p>
          <a:p>
            <a:r>
              <a:rPr lang="en-GB" sz="1400" dirty="0">
                <a:solidFill>
                  <a:schemeClr val="accent2"/>
                </a:solidFill>
                <a:latin typeface="Montserrat" pitchFamily="2" charset="0"/>
              </a:rPr>
              <a:t>Manufacturing</a:t>
            </a:r>
            <a:r>
              <a:rPr lang="en-GB" sz="1400" dirty="0">
                <a:latin typeface="Montserrat" pitchFamily="2" charset="0"/>
              </a:rPr>
              <a:t> takes the #1 position at </a:t>
            </a:r>
            <a:r>
              <a:rPr lang="en-GB" sz="1400" dirty="0">
                <a:latin typeface="Montserrat SemiBold" pitchFamily="2" charset="0"/>
              </a:rPr>
              <a:t>7.82%</a:t>
            </a:r>
            <a:r>
              <a:rPr lang="en-GB" sz="1400" dirty="0">
                <a:latin typeface="Montserrat" pitchFamily="2" charset="0"/>
              </a:rPr>
              <a:t>, driving a wider surge alongside Financial and Real estate payrolls.</a:t>
            </a:r>
          </a:p>
          <a:p>
            <a:endParaRPr lang="en-GB" sz="1400" dirty="0">
              <a:latin typeface="Montserrat" pitchFamily="2" charset="0"/>
            </a:endParaRPr>
          </a:p>
          <a:p>
            <a:r>
              <a:rPr lang="en-GB" sz="1400" dirty="0">
                <a:latin typeface="Montserrat SemiBold" pitchFamily="2" charset="0"/>
              </a:rPr>
              <a:t>The finance and property rally: </a:t>
            </a:r>
          </a:p>
          <a:p>
            <a:r>
              <a:rPr lang="en-GB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" pitchFamily="2" charset="0"/>
              </a:rPr>
              <a:t>Financial &amp; Insurance </a:t>
            </a:r>
            <a:r>
              <a:rPr lang="en-GB" sz="1400" dirty="0">
                <a:latin typeface="Montserrat" pitchFamily="2" charset="0"/>
              </a:rPr>
              <a:t>(6.93%) and </a:t>
            </a:r>
          </a:p>
          <a:p>
            <a:r>
              <a:rPr lang="en-GB" sz="1400" dirty="0">
                <a:solidFill>
                  <a:schemeClr val="tx2">
                    <a:lumMod val="50000"/>
                    <a:lumOff val="50000"/>
                  </a:schemeClr>
                </a:solidFill>
                <a:latin typeface="Montserrat" pitchFamily="2" charset="0"/>
              </a:rPr>
              <a:t>Real Estate </a:t>
            </a:r>
            <a:r>
              <a:rPr lang="en-GB" sz="1400" dirty="0">
                <a:latin typeface="Montserrat" pitchFamily="2" charset="0"/>
              </a:rPr>
              <a:t>(6.68%) jump straight into the upper tier in the recent years, reversing their historical positions.</a:t>
            </a:r>
          </a:p>
          <a:p>
            <a:endParaRPr lang="en-GB" sz="1400" dirty="0">
              <a:latin typeface="Montserrat" pitchFamily="2" charset="0"/>
            </a:endParaRPr>
          </a:p>
          <a:p>
            <a:r>
              <a:rPr lang="en-GB" sz="1400" dirty="0">
                <a:latin typeface="Montserrat SemiBold" pitchFamily="2" charset="0"/>
              </a:rPr>
              <a:t>Broader economic impact:</a:t>
            </a:r>
          </a:p>
          <a:p>
            <a:r>
              <a:rPr lang="en-GB" sz="1400" dirty="0">
                <a:latin typeface="Montserrat" pitchFamily="2" charset="0"/>
              </a:rPr>
              <a:t>The 2024 data reveals that labour expansion is heavily anchored in capital-extensive fields rather than digital or service-oriented sectors.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612D91F-A3A6-1893-FC5F-A6D337BC6900}"/>
              </a:ext>
            </a:extLst>
          </p:cNvPr>
          <p:cNvSpPr txBox="1">
            <a:spLocks/>
          </p:cNvSpPr>
          <p:nvPr/>
        </p:nvSpPr>
        <p:spPr>
          <a:xfrm>
            <a:off x="301936" y="920542"/>
            <a:ext cx="6725078" cy="7408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Annual payroll growth by industry, 2024 Snapshot (%)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7DA59D2-4E5D-1B80-E9A3-B7D982E65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4</a:t>
            </a:r>
            <a:endParaRPr lang="en-DK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32F3C10-A05B-4A18-C37A-E925DE2659FB}"/>
              </a:ext>
            </a:extLst>
          </p:cNvPr>
          <p:cNvSpPr txBox="1">
            <a:spLocks/>
          </p:cNvSpPr>
          <p:nvPr/>
        </p:nvSpPr>
        <p:spPr>
          <a:xfrm>
            <a:off x="7750623" y="5149146"/>
            <a:ext cx="40958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DK" sz="1050" dirty="0">
              <a:latin typeface="Montserrat Light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D6D63B-B6E7-DC6E-FFEA-EA659592213C}"/>
              </a:ext>
            </a:extLst>
          </p:cNvPr>
          <p:cNvCxnSpPr/>
          <p:nvPr/>
        </p:nvCxnSpPr>
        <p:spPr>
          <a:xfrm>
            <a:off x="7810214" y="5321393"/>
            <a:ext cx="385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79CAC471-8131-508F-7368-41DB2DBC5AC1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6919315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</a:t>
            </a:r>
            <a:r>
              <a:rPr lang="en-GB" sz="1050" dirty="0" err="1">
                <a:latin typeface="Montserrat Light" pitchFamily="2" charset="0"/>
              </a:rPr>
              <a:t>Danmarks</a:t>
            </a:r>
            <a:r>
              <a:rPr lang="en-GB" sz="1050" dirty="0">
                <a:latin typeface="Montserrat Light" pitchFamily="2" charset="0"/>
              </a:rPr>
              <a:t> </a:t>
            </a:r>
            <a:r>
              <a:rPr lang="en-GB" sz="1050" dirty="0" err="1">
                <a:latin typeface="Montserrat Light" pitchFamily="2" charset="0"/>
              </a:rPr>
              <a:t>Statistik</a:t>
            </a:r>
            <a:r>
              <a:rPr lang="en-GB" sz="1050" dirty="0">
                <a:latin typeface="Montserrat Light" pitchFamily="2" charset="0"/>
              </a:rPr>
              <a:t> (LONS40 x RAS300) • 2024 data • Excludes industry aggregate </a:t>
            </a:r>
            <a:endParaRPr lang="en-DK" sz="1050" dirty="0">
              <a:latin typeface="Montserrat Light" pitchFamily="2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A18F50A0-DB7E-9904-30C4-F9C0965A9C2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8601716"/>
              </p:ext>
            </p:extLst>
          </p:nvPr>
        </p:nvGraphicFramePr>
        <p:xfrm>
          <a:off x="529786" y="1835975"/>
          <a:ext cx="6578411" cy="41014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74BBE513-4AF8-4E6C-40A8-268A7A28B1B6}"/>
              </a:ext>
            </a:extLst>
          </p:cNvPr>
          <p:cNvSpPr txBox="1">
            <a:spLocks/>
          </p:cNvSpPr>
          <p:nvPr/>
        </p:nvSpPr>
        <p:spPr>
          <a:xfrm>
            <a:off x="7731147" y="5186720"/>
            <a:ext cx="4095893" cy="12072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100" dirty="0">
                <a:latin typeface="Montserrat SemiBold" pitchFamily="2" charset="0"/>
              </a:rPr>
              <a:t>The same pattern follows:</a:t>
            </a:r>
            <a:r>
              <a:rPr lang="en-GB" sz="1100" dirty="0">
                <a:latin typeface="Montserrat Light" pitchFamily="2" charset="0"/>
              </a:rPr>
              <a:t> Asset-backed industries are driving labour growth, rewriting expectations of what sectors lead in the modern Danish economy.</a:t>
            </a:r>
            <a:endParaRPr lang="en-DK" sz="1100" dirty="0"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215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4842E-5B8E-C246-819A-F9EAF589F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E5E3DE62-AEEC-FD11-20F9-0EB66515EC8C}"/>
              </a:ext>
            </a:extLst>
          </p:cNvPr>
          <p:cNvGrpSpPr/>
          <p:nvPr/>
        </p:nvGrpSpPr>
        <p:grpSpPr>
          <a:xfrm>
            <a:off x="171880" y="1741154"/>
            <a:ext cx="7416796" cy="4555254"/>
            <a:chOff x="405061" y="1485041"/>
            <a:chExt cx="7181886" cy="4400120"/>
          </a:xfrm>
        </p:grpSpPr>
        <p:graphicFrame>
          <p:nvGraphicFramePr>
            <p:cNvPr id="16" name="Chart 15">
              <a:extLst>
                <a:ext uri="{FF2B5EF4-FFF2-40B4-BE49-F238E27FC236}">
                  <a16:creationId xmlns:a16="http://schemas.microsoft.com/office/drawing/2014/main" id="{213F8C1F-A665-1476-ABCB-742DEC4CDB31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7299401"/>
                </p:ext>
              </p:extLst>
            </p:nvPr>
          </p:nvGraphicFramePr>
          <p:xfrm>
            <a:off x="405061" y="1485041"/>
            <a:ext cx="7181886" cy="440012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5ABB53B-6A1D-AD08-E8A7-0D5EB4FD2AF4}"/>
                </a:ext>
              </a:extLst>
            </p:cNvPr>
            <p:cNvGrpSpPr/>
            <p:nvPr/>
          </p:nvGrpSpPr>
          <p:grpSpPr>
            <a:xfrm>
              <a:off x="1116228" y="1543137"/>
              <a:ext cx="6344977" cy="3541255"/>
              <a:chOff x="1116228" y="1543137"/>
              <a:chExt cx="6344977" cy="3541255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E40DD9C-C38E-425C-D279-908A40F70D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61911" y="3056967"/>
                <a:ext cx="6206824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A106A497-5739-194A-FB82-31F3B969A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29478" y="1543137"/>
                <a:ext cx="0" cy="3541255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7EF6F67-4726-08EB-A471-9D6A95D0CE7E}"/>
                  </a:ext>
                </a:extLst>
              </p:cNvPr>
              <p:cNvSpPr txBox="1"/>
              <p:nvPr/>
            </p:nvSpPr>
            <p:spPr>
              <a:xfrm>
                <a:off x="1116229" y="1575865"/>
                <a:ext cx="1146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>
                    <a:solidFill>
                      <a:schemeClr val="bg2">
                        <a:lumMod val="90000"/>
                      </a:schemeClr>
                    </a:solidFill>
                    <a:latin typeface="Montserrat Medium" pitchFamily="2" charset="0"/>
                  </a:rPr>
                  <a:t>Low Wage / High Growth</a:t>
                </a:r>
                <a:endParaRPr lang="en-DK" sz="1000" dirty="0">
                  <a:solidFill>
                    <a:schemeClr val="bg2">
                      <a:lumMod val="90000"/>
                    </a:schemeClr>
                  </a:solidFill>
                  <a:latin typeface="Montserrat Medium" pitchFamily="2" charset="0"/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2392455-1505-5098-E3CD-AF3337CE818C}"/>
                  </a:ext>
                </a:extLst>
              </p:cNvPr>
              <p:cNvSpPr txBox="1"/>
              <p:nvPr/>
            </p:nvSpPr>
            <p:spPr>
              <a:xfrm>
                <a:off x="6314889" y="1575864"/>
                <a:ext cx="1146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>
                    <a:solidFill>
                      <a:schemeClr val="bg2">
                        <a:lumMod val="90000"/>
                      </a:schemeClr>
                    </a:solidFill>
                    <a:latin typeface="Montserrat Medium" pitchFamily="2" charset="0"/>
                  </a:rPr>
                  <a:t>High Wage / High Growth</a:t>
                </a:r>
                <a:endParaRPr lang="en-DK" sz="1000" dirty="0">
                  <a:solidFill>
                    <a:schemeClr val="bg2">
                      <a:lumMod val="90000"/>
                    </a:schemeClr>
                  </a:solidFill>
                  <a:latin typeface="Montserrat Medium" pitchFamily="2" charset="0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4D2B353-DFB4-4AF8-F4A0-8372490C597D}"/>
                  </a:ext>
                </a:extLst>
              </p:cNvPr>
              <p:cNvSpPr txBox="1"/>
              <p:nvPr/>
            </p:nvSpPr>
            <p:spPr>
              <a:xfrm>
                <a:off x="6314889" y="4631359"/>
                <a:ext cx="1146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>
                    <a:solidFill>
                      <a:schemeClr val="bg2">
                        <a:lumMod val="90000"/>
                      </a:schemeClr>
                    </a:solidFill>
                    <a:latin typeface="Montserrat Medium" pitchFamily="2" charset="0"/>
                  </a:rPr>
                  <a:t>High Wage / Low Growth</a:t>
                </a:r>
                <a:endParaRPr lang="en-DK" sz="1000" dirty="0">
                  <a:solidFill>
                    <a:schemeClr val="bg2">
                      <a:lumMod val="90000"/>
                    </a:schemeClr>
                  </a:solidFill>
                  <a:latin typeface="Montserrat Medium" pitchFamily="2" charset="0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68241AD-AEFE-C371-5BB5-66D316D48468}"/>
                  </a:ext>
                </a:extLst>
              </p:cNvPr>
              <p:cNvSpPr txBox="1"/>
              <p:nvPr/>
            </p:nvSpPr>
            <p:spPr>
              <a:xfrm>
                <a:off x="1116228" y="4622218"/>
                <a:ext cx="114631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000" dirty="0">
                    <a:solidFill>
                      <a:schemeClr val="bg2">
                        <a:lumMod val="90000"/>
                      </a:schemeClr>
                    </a:solidFill>
                    <a:latin typeface="Montserrat Medium" pitchFamily="2" charset="0"/>
                  </a:rPr>
                  <a:t>Low Wage / Low Growth</a:t>
                </a:r>
                <a:endParaRPr lang="en-DK" sz="1000" dirty="0">
                  <a:solidFill>
                    <a:schemeClr val="bg2">
                      <a:lumMod val="90000"/>
                    </a:schemeClr>
                  </a:solidFill>
                  <a:latin typeface="Montserrat Medium" pitchFamily="2" charset="0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A904476-6BB4-1386-56A3-BB8EDDE97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562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Labour market positioning – high wages don’t always predict high growth 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ED5505A-06B2-4604-FADC-8FEECB8BF70D}"/>
              </a:ext>
            </a:extLst>
          </p:cNvPr>
          <p:cNvSpPr/>
          <p:nvPr/>
        </p:nvSpPr>
        <p:spPr>
          <a:xfrm>
            <a:off x="7732298" y="1194507"/>
            <a:ext cx="4095893" cy="5199418"/>
          </a:xfrm>
          <a:prstGeom prst="roundRect">
            <a:avLst>
              <a:gd name="adj" fmla="val 25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D0E6A7-7E3E-0DDF-A069-06C7C79D778A}"/>
              </a:ext>
            </a:extLst>
          </p:cNvPr>
          <p:cNvSpPr txBox="1"/>
          <p:nvPr/>
        </p:nvSpPr>
        <p:spPr>
          <a:xfrm>
            <a:off x="7771248" y="1240916"/>
            <a:ext cx="42005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What this tells us</a:t>
            </a:r>
          </a:p>
          <a:p>
            <a:endParaRPr lang="en-GB" sz="1000" dirty="0">
              <a:latin typeface="Montserrat SemiBold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accent2"/>
                </a:solidFill>
                <a:latin typeface="Montserrat SemiBold" pitchFamily="2" charset="0"/>
              </a:rPr>
              <a:t>Manufacturing</a:t>
            </a:r>
            <a:r>
              <a:rPr lang="en-GB" sz="1300" dirty="0">
                <a:solidFill>
                  <a:schemeClr val="accent2"/>
                </a:solidFill>
                <a:latin typeface="Montserrat" pitchFamily="2" charset="0"/>
              </a:rPr>
              <a:t> – top right</a:t>
            </a:r>
          </a:p>
          <a:p>
            <a:r>
              <a:rPr lang="en-GB" sz="1300" dirty="0">
                <a:latin typeface="Montserrat SemiBold" pitchFamily="2" charset="0"/>
              </a:rPr>
              <a:t>417 DKK/hr</a:t>
            </a:r>
            <a:r>
              <a:rPr lang="en-GB" sz="1300" dirty="0">
                <a:latin typeface="Montserrat" pitchFamily="2" charset="0"/>
              </a:rPr>
              <a:t>, </a:t>
            </a:r>
            <a:r>
              <a:rPr lang="en-GB" sz="1300" dirty="0">
                <a:latin typeface="Montserrat SemiBold" pitchFamily="2" charset="0"/>
              </a:rPr>
              <a:t>7.82%</a:t>
            </a:r>
            <a:r>
              <a:rPr lang="en-GB" sz="1300" dirty="0">
                <a:latin typeface="Montserrat" pitchFamily="2" charset="0"/>
              </a:rPr>
              <a:t> growth, </a:t>
            </a:r>
            <a:r>
              <a:rPr lang="en-GB" sz="1300" dirty="0">
                <a:latin typeface="Montserrat SemiBold" pitchFamily="2" charset="0"/>
              </a:rPr>
              <a:t>369,716</a:t>
            </a:r>
            <a:r>
              <a:rPr lang="en-GB" sz="1300" dirty="0">
                <a:latin typeface="Montserrat" pitchFamily="2" charset="0"/>
              </a:rPr>
              <a:t> employees – the only sector combining both wage strength, payroll momentum and large-scale employment.</a:t>
            </a:r>
          </a:p>
          <a:p>
            <a:endParaRPr lang="en-GB" sz="10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E3A8A"/>
                </a:solidFill>
                <a:latin typeface="Montserrat SemiBold" pitchFamily="2" charset="0"/>
              </a:rPr>
              <a:t>Financial &amp; Insurance</a:t>
            </a:r>
            <a:r>
              <a:rPr lang="en-GB" sz="1300" dirty="0">
                <a:latin typeface="Montserrat" pitchFamily="2" charset="0"/>
              </a:rPr>
              <a:t> </a:t>
            </a:r>
            <a:r>
              <a:rPr lang="en-GB" sz="1300" dirty="0">
                <a:solidFill>
                  <a:srgbClr val="1E3A8A"/>
                </a:solidFill>
                <a:latin typeface="Montserrat" pitchFamily="2" charset="0"/>
              </a:rPr>
              <a:t>– top right</a:t>
            </a:r>
          </a:p>
          <a:p>
            <a:r>
              <a:rPr lang="en-GB" sz="1300" dirty="0">
                <a:latin typeface="Montserrat SemiBold" pitchFamily="2" charset="0"/>
              </a:rPr>
              <a:t>539 DKK/hr</a:t>
            </a:r>
            <a:r>
              <a:rPr lang="en-GB" sz="1300" dirty="0">
                <a:latin typeface="Montserrat" pitchFamily="2" charset="0"/>
              </a:rPr>
              <a:t> and </a:t>
            </a:r>
            <a:r>
              <a:rPr lang="en-GB" sz="1300" dirty="0">
                <a:latin typeface="Montserrat SemiBold" pitchFamily="2" charset="0"/>
              </a:rPr>
              <a:t>6.93%</a:t>
            </a:r>
            <a:r>
              <a:rPr lang="en-GB" sz="1300" dirty="0">
                <a:latin typeface="Montserrat" pitchFamily="2" charset="0"/>
              </a:rPr>
              <a:t> growth – same quadrant, opposite strategy, with premium compensation concentrated in a small workforce (90,420). </a:t>
            </a:r>
          </a:p>
          <a:p>
            <a:endParaRPr lang="en-GB" sz="1300" dirty="0">
              <a:latin typeface="Montserrat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rgbClr val="115E59"/>
                </a:solidFill>
                <a:latin typeface="Montserrat SemiBold" pitchFamily="2" charset="0"/>
              </a:rPr>
              <a:t>Info &amp; Comms</a:t>
            </a:r>
            <a:r>
              <a:rPr lang="en-GB" sz="1300" dirty="0">
                <a:latin typeface="Montserrat" pitchFamily="2" charset="0"/>
              </a:rPr>
              <a:t> </a:t>
            </a:r>
            <a:r>
              <a:rPr lang="en-GB" sz="1300" dirty="0">
                <a:solidFill>
                  <a:schemeClr val="accent3"/>
                </a:solidFill>
                <a:latin typeface="Montserrat" pitchFamily="2" charset="0"/>
              </a:rPr>
              <a:t>– bottom right (alone)</a:t>
            </a:r>
          </a:p>
          <a:p>
            <a:r>
              <a:rPr lang="en-GB" sz="1300" dirty="0">
                <a:latin typeface="Montserrat SemiBold" pitchFamily="2" charset="0"/>
              </a:rPr>
              <a:t>457 DKK/hr</a:t>
            </a:r>
            <a:r>
              <a:rPr lang="en-GB" sz="1300" dirty="0">
                <a:latin typeface="Montserrat" pitchFamily="2" charset="0"/>
              </a:rPr>
              <a:t>, but only </a:t>
            </a:r>
            <a:r>
              <a:rPr lang="en-GB" sz="1300" dirty="0">
                <a:latin typeface="Montserrat SemiBold" pitchFamily="2" charset="0"/>
              </a:rPr>
              <a:t>3.38%</a:t>
            </a:r>
            <a:r>
              <a:rPr lang="en-GB" sz="1300" dirty="0">
                <a:latin typeface="Montserrat" pitchFamily="2" charset="0"/>
              </a:rPr>
              <a:t> growth – digital talent is well-compensated but not expanding.</a:t>
            </a:r>
          </a:p>
          <a:p>
            <a:endParaRPr lang="en-GB" sz="1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3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 SemiBold" pitchFamily="2" charset="0"/>
              </a:rPr>
              <a:t>Others</a:t>
            </a:r>
            <a:r>
              <a:rPr lang="en-GB" sz="1300" dirty="0">
                <a:latin typeface="Montserrat" pitchFamily="2" charset="0"/>
              </a:rPr>
              <a:t> </a:t>
            </a:r>
            <a:r>
              <a:rPr lang="en-GB" sz="1300" dirty="0">
                <a:solidFill>
                  <a:schemeClr val="accent5">
                    <a:lumMod val="40000"/>
                    <a:lumOff val="60000"/>
                  </a:schemeClr>
                </a:solidFill>
                <a:latin typeface="Montserrat" pitchFamily="2" charset="0"/>
              </a:rPr>
              <a:t>– left quadrants </a:t>
            </a:r>
          </a:p>
          <a:p>
            <a:r>
              <a:rPr lang="en-GB" sz="1300" dirty="0">
                <a:latin typeface="Montserrat" pitchFamily="2" charset="0"/>
              </a:rPr>
              <a:t>Lower wages, but varied growth.</a:t>
            </a:r>
          </a:p>
          <a:p>
            <a:endParaRPr lang="en-GB" sz="1400" dirty="0">
              <a:latin typeface="Montserrat" pitchFamily="2" charset="0"/>
            </a:endParaRPr>
          </a:p>
          <a:p>
            <a:endParaRPr lang="en-GB" sz="1400" dirty="0">
              <a:latin typeface="Montserrat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D2BB813-BA62-7C58-FF5D-CE91124429AB}"/>
              </a:ext>
            </a:extLst>
          </p:cNvPr>
          <p:cNvSpPr txBox="1">
            <a:spLocks/>
          </p:cNvSpPr>
          <p:nvPr/>
        </p:nvSpPr>
        <p:spPr>
          <a:xfrm>
            <a:off x="322562" y="716726"/>
            <a:ext cx="686715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Hourly wage (DKK) vs annual payroll growth (%) by industry, Snapshot 2024 • Reference lines at median wage (400 DKK) and median growth (5%)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DCCC80E-8C3E-C082-C2F9-6DB7E73DEFB1}"/>
              </a:ext>
            </a:extLst>
          </p:cNvPr>
          <p:cNvSpPr txBox="1">
            <a:spLocks/>
          </p:cNvSpPr>
          <p:nvPr/>
        </p:nvSpPr>
        <p:spPr>
          <a:xfrm>
            <a:off x="7771249" y="5149146"/>
            <a:ext cx="40958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DK" sz="1050" dirty="0">
              <a:latin typeface="Montserrat Light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0DBEFC4-0ACD-DF70-DE3C-4F34699679BB}"/>
              </a:ext>
            </a:extLst>
          </p:cNvPr>
          <p:cNvCxnSpPr/>
          <p:nvPr/>
        </p:nvCxnSpPr>
        <p:spPr>
          <a:xfrm>
            <a:off x="7884012" y="5072943"/>
            <a:ext cx="385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itle 1">
            <a:extLst>
              <a:ext uri="{FF2B5EF4-FFF2-40B4-BE49-F238E27FC236}">
                <a16:creationId xmlns:a16="http://schemas.microsoft.com/office/drawing/2014/main" id="{4353E545-48E7-963F-B1F7-CEE27C8ED1C8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6919315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</a:t>
            </a:r>
            <a:r>
              <a:rPr lang="en-GB" sz="1050" dirty="0" err="1">
                <a:latin typeface="Montserrat Light" pitchFamily="2" charset="0"/>
              </a:rPr>
              <a:t>Danmarks</a:t>
            </a:r>
            <a:r>
              <a:rPr lang="en-GB" sz="1050" dirty="0">
                <a:latin typeface="Montserrat Light" pitchFamily="2" charset="0"/>
              </a:rPr>
              <a:t> </a:t>
            </a:r>
            <a:r>
              <a:rPr lang="en-GB" sz="1050" dirty="0" err="1">
                <a:latin typeface="Montserrat Light" pitchFamily="2" charset="0"/>
              </a:rPr>
              <a:t>Statistik</a:t>
            </a:r>
            <a:r>
              <a:rPr lang="en-GB" sz="1050" dirty="0">
                <a:latin typeface="Montserrat Light" pitchFamily="2" charset="0"/>
              </a:rPr>
              <a:t> (LONS40 x RAS300) • 2024 data • Excludes industry aggregate</a:t>
            </a:r>
            <a:endParaRPr lang="en-DK" sz="1050" dirty="0">
              <a:latin typeface="Montserrat Light" pitchFamily="2" charset="0"/>
            </a:endParaRP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CE8A698E-1C0F-2CC1-7A7C-2A1ED532AF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381116"/>
              </p:ext>
            </p:extLst>
          </p:nvPr>
        </p:nvGraphicFramePr>
        <p:xfrm>
          <a:off x="7820441" y="5196046"/>
          <a:ext cx="3915571" cy="1100362"/>
        </p:xfrm>
        <a:graphic>
          <a:graphicData uri="http://schemas.openxmlformats.org/drawingml/2006/table">
            <a:tbl>
              <a:tblPr firstRow="1">
                <a:tableStyleId>{B301B821-A1FF-4177-AEE7-76D212191A09}</a:tableStyleId>
              </a:tblPr>
              <a:tblGrid>
                <a:gridCol w="1103008">
                  <a:extLst>
                    <a:ext uri="{9D8B030D-6E8A-4147-A177-3AD203B41FA5}">
                      <a16:colId xmlns:a16="http://schemas.microsoft.com/office/drawing/2014/main" val="3505900620"/>
                    </a:ext>
                  </a:extLst>
                </a:gridCol>
                <a:gridCol w="849545">
                  <a:extLst>
                    <a:ext uri="{9D8B030D-6E8A-4147-A177-3AD203B41FA5}">
                      <a16:colId xmlns:a16="http://schemas.microsoft.com/office/drawing/2014/main" val="1245360261"/>
                    </a:ext>
                  </a:extLst>
                </a:gridCol>
                <a:gridCol w="962527">
                  <a:extLst>
                    <a:ext uri="{9D8B030D-6E8A-4147-A177-3AD203B41FA5}">
                      <a16:colId xmlns:a16="http://schemas.microsoft.com/office/drawing/2014/main" val="3268848726"/>
                    </a:ext>
                  </a:extLst>
                </a:gridCol>
                <a:gridCol w="1000491">
                  <a:extLst>
                    <a:ext uri="{9D8B030D-6E8A-4147-A177-3AD203B41FA5}">
                      <a16:colId xmlns:a16="http://schemas.microsoft.com/office/drawing/2014/main" val="1207084326"/>
                    </a:ext>
                  </a:extLst>
                </a:gridCol>
              </a:tblGrid>
              <a:tr h="364529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K" sz="1100" b="1" u="none" strike="noStrike" dirty="0">
                          <a:effectLst/>
                        </a:rPr>
                        <a:t>Industry</a:t>
                      </a:r>
                      <a:endParaRPr lang="en-DK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K" sz="1100" b="1" u="none" strike="noStrike" dirty="0">
                          <a:effectLst/>
                        </a:rPr>
                        <a:t>Employees</a:t>
                      </a:r>
                      <a:endParaRPr lang="en-DK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K" sz="1100" b="1" u="none" strike="noStrike" dirty="0">
                          <a:effectLst/>
                        </a:rPr>
                        <a:t>Hourly Wage (DKK)</a:t>
                      </a:r>
                      <a:endParaRPr lang="en-DK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DK" sz="1100" b="1" u="none" strike="noStrike" dirty="0">
                          <a:effectLst/>
                        </a:rPr>
                        <a:t>Annual Growth (%)</a:t>
                      </a:r>
                      <a:endParaRPr lang="en-DK" sz="11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1737921"/>
                  </a:ext>
                </a:extLst>
              </a:tr>
              <a:tr h="3645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Financial &amp; Insurance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90,420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 dirty="0">
                          <a:effectLst/>
                        </a:rPr>
                        <a:t>539</a:t>
                      </a:r>
                      <a:endParaRPr lang="en-DK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6.93%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31727316"/>
                  </a:ext>
                </a:extLst>
              </a:tr>
              <a:tr h="1856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Info &amp; Comms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129,007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 dirty="0">
                          <a:effectLst/>
                        </a:rPr>
                        <a:t>457</a:t>
                      </a:r>
                      <a:endParaRPr lang="en-DK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3.38%</a:t>
                      </a:r>
                      <a:endParaRPr lang="en-DK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58963610"/>
                  </a:ext>
                </a:extLst>
              </a:tr>
              <a:tr h="1856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Manufacturing</a:t>
                      </a:r>
                      <a:endParaRPr lang="en-DK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>
                          <a:effectLst/>
                        </a:rPr>
                        <a:t>369,716</a:t>
                      </a:r>
                      <a:endParaRPr lang="en-DK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 dirty="0">
                          <a:effectLst/>
                        </a:rPr>
                        <a:t>417</a:t>
                      </a:r>
                      <a:endParaRPr lang="en-DK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DK" sz="1100" u="none" strike="noStrike" dirty="0">
                          <a:effectLst/>
                        </a:rPr>
                        <a:t>7.82%</a:t>
                      </a:r>
                      <a:endParaRPr lang="en-DK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82798726"/>
                  </a:ext>
                </a:extLst>
              </a:tr>
            </a:tbl>
          </a:graphicData>
        </a:graphic>
      </p:graphicFrame>
      <p:sp>
        <p:nvSpPr>
          <p:cNvPr id="38" name="Slide Number Placeholder 19">
            <a:extLst>
              <a:ext uri="{FF2B5EF4-FFF2-40B4-BE49-F238E27FC236}">
                <a16:creationId xmlns:a16="http://schemas.microsoft.com/office/drawing/2014/main" id="{CC8E0AFA-E4BE-B80E-6079-3680C2C7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r>
              <a:rPr lang="en-GB" dirty="0"/>
              <a:t>5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41390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216F4-0C3F-617F-4426-146EE4F09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8640-CB4D-D062-5723-627F08D1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Public Sector dominates Danish payroll – but Manufacturing grew by nearly two-thirds since 2013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9A8F2BE-97CF-4B43-7330-E9D393F6D8EA}"/>
              </a:ext>
            </a:extLst>
          </p:cNvPr>
          <p:cNvSpPr/>
          <p:nvPr/>
        </p:nvSpPr>
        <p:spPr>
          <a:xfrm>
            <a:off x="7711672" y="1194507"/>
            <a:ext cx="4095893" cy="5199418"/>
          </a:xfrm>
          <a:prstGeom prst="roundRect">
            <a:avLst>
              <a:gd name="adj" fmla="val 25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7B2B2F-CBD7-E942-2AE2-7F4BB54A270B}"/>
              </a:ext>
            </a:extLst>
          </p:cNvPr>
          <p:cNvSpPr txBox="1"/>
          <p:nvPr/>
        </p:nvSpPr>
        <p:spPr>
          <a:xfrm>
            <a:off x="7750623" y="1240916"/>
            <a:ext cx="4013961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11 years of absolute growth</a:t>
            </a:r>
          </a:p>
          <a:p>
            <a:endParaRPr lang="en-GB" dirty="0">
              <a:latin typeface="Montserrat SemiBold" pitchFamily="2" charset="0"/>
            </a:endParaRPr>
          </a:p>
          <a:p>
            <a:r>
              <a:rPr lang="en-GB" sz="1300" dirty="0">
                <a:solidFill>
                  <a:schemeClr val="accent2"/>
                </a:solidFill>
                <a:latin typeface="Montserrat SemiBold" pitchFamily="2" charset="0"/>
              </a:rPr>
              <a:t>Manufacturing</a:t>
            </a:r>
            <a:r>
              <a:rPr lang="en-GB" sz="1300" dirty="0">
                <a:solidFill>
                  <a:schemeClr val="accent2"/>
                </a:solidFill>
                <a:latin typeface="Montserrat" pitchFamily="2" charset="0"/>
              </a:rPr>
              <a:t> – Biggest proportional mover</a:t>
            </a:r>
          </a:p>
          <a:p>
            <a:r>
              <a:rPr lang="en-GB" sz="1300" dirty="0">
                <a:latin typeface="Montserrat SemiBold" pitchFamily="2" charset="0"/>
              </a:rPr>
              <a:t>150B -&gt; 247B DKK </a:t>
            </a:r>
            <a:r>
              <a:rPr lang="en-GB" sz="1300" dirty="0">
                <a:latin typeface="Montserrat" pitchFamily="2" charset="0"/>
              </a:rPr>
              <a:t>(+65%). Grew by nearly </a:t>
            </a:r>
            <a:r>
              <a:rPr lang="en-GB" sz="1300" dirty="0">
                <a:latin typeface="Montserrat SemiBold" pitchFamily="2" charset="0"/>
              </a:rPr>
              <a:t>2/3</a:t>
            </a:r>
            <a:r>
              <a:rPr lang="en-GB" sz="1300" dirty="0">
                <a:latin typeface="Montserrat" pitchFamily="2" charset="0"/>
              </a:rPr>
              <a:t> of its starting baseline, leading in expansion speed across its relatives.</a:t>
            </a:r>
          </a:p>
          <a:p>
            <a:endParaRPr lang="en-GB" sz="1300" dirty="0">
              <a:latin typeface="Montserrat" pitchFamily="2" charset="0"/>
            </a:endParaRPr>
          </a:p>
          <a:p>
            <a:r>
              <a:rPr lang="en-GB" sz="1300" dirty="0">
                <a:solidFill>
                  <a:srgbClr val="607D8B"/>
                </a:solidFill>
                <a:latin typeface="Montserrat SemiBold" pitchFamily="2" charset="0"/>
              </a:rPr>
              <a:t>Public Sector </a:t>
            </a:r>
            <a:r>
              <a:rPr lang="en-GB" sz="1300" dirty="0">
                <a:solidFill>
                  <a:srgbClr val="607D8B"/>
                </a:solidFill>
                <a:latin typeface="Montserrat" pitchFamily="2" charset="0"/>
              </a:rPr>
              <a:t>– Dominant but decelerating</a:t>
            </a:r>
          </a:p>
          <a:p>
            <a:r>
              <a:rPr lang="en-GB" sz="1300" dirty="0">
                <a:latin typeface="Montserrat SemiBold" pitchFamily="2" charset="0"/>
              </a:rPr>
              <a:t>390B -&gt; 558B DKK </a:t>
            </a:r>
            <a:r>
              <a:rPr lang="en-GB" sz="1300" dirty="0">
                <a:latin typeface="Montserrat" pitchFamily="2" charset="0"/>
              </a:rPr>
              <a:t>(+43%). Slow-expanding sector at a massive baseline (390B). Generated largest structural increase at </a:t>
            </a:r>
            <a:r>
              <a:rPr lang="en-GB" sz="1300" dirty="0">
                <a:latin typeface="Montserrat SemiBold" pitchFamily="2" charset="0"/>
              </a:rPr>
              <a:t>+168B DKK</a:t>
            </a:r>
            <a:r>
              <a:rPr lang="en-GB" sz="1300" dirty="0">
                <a:latin typeface="Montserrat" pitchFamily="2" charset="0"/>
              </a:rPr>
              <a:t>.</a:t>
            </a:r>
          </a:p>
          <a:p>
            <a:endParaRPr lang="en-GB" sz="1300" dirty="0">
              <a:latin typeface="Montserrat" pitchFamily="2" charset="0"/>
            </a:endParaRPr>
          </a:p>
          <a:p>
            <a:r>
              <a:rPr lang="en-GB" sz="1300" dirty="0">
                <a:solidFill>
                  <a:srgbClr val="115E59"/>
                </a:solidFill>
                <a:latin typeface="Montserrat SemiBold" pitchFamily="2" charset="0"/>
              </a:rPr>
              <a:t>Info &amp; Comms</a:t>
            </a:r>
            <a:r>
              <a:rPr lang="en-GB" sz="1300" dirty="0">
                <a:solidFill>
                  <a:srgbClr val="115E59"/>
                </a:solidFill>
                <a:latin typeface="Montserrat" pitchFamily="2" charset="0"/>
              </a:rPr>
              <a:t> </a:t>
            </a:r>
            <a:r>
              <a:rPr lang="en-GB" sz="1300" dirty="0">
                <a:solidFill>
                  <a:schemeClr val="accent3"/>
                </a:solidFill>
                <a:latin typeface="Montserrat" pitchFamily="2" charset="0"/>
              </a:rPr>
              <a:t>– Strong relative</a:t>
            </a:r>
          </a:p>
          <a:p>
            <a:r>
              <a:rPr lang="en-GB" sz="1300" dirty="0">
                <a:latin typeface="Montserrat SemiBold" pitchFamily="2" charset="0"/>
              </a:rPr>
              <a:t>59B -&gt; 94B DKK </a:t>
            </a:r>
            <a:r>
              <a:rPr lang="en-GB" sz="1300" dirty="0">
                <a:latin typeface="Montserrat" pitchFamily="2" charset="0"/>
              </a:rPr>
              <a:t>(+60%). Solid growth above group average but a smaller sector – absolute gain is modest compared to its relatives. </a:t>
            </a:r>
          </a:p>
          <a:p>
            <a:endParaRPr lang="en-GB" sz="1300" dirty="0">
              <a:latin typeface="Montserrat" pitchFamily="2" charset="0"/>
            </a:endParaRPr>
          </a:p>
          <a:p>
            <a:r>
              <a:rPr lang="en-GB" sz="1300" dirty="0">
                <a:solidFill>
                  <a:srgbClr val="1E3A8A"/>
                </a:solidFill>
                <a:latin typeface="Montserrat SemiBold" pitchFamily="2" charset="0"/>
              </a:rPr>
              <a:t>Financial &amp; Insurance</a:t>
            </a:r>
            <a:r>
              <a:rPr lang="en-GB" sz="1300" dirty="0">
                <a:latin typeface="Montserrat" pitchFamily="2" charset="0"/>
              </a:rPr>
              <a:t> </a:t>
            </a:r>
            <a:r>
              <a:rPr lang="en-GB" sz="1300" dirty="0">
                <a:solidFill>
                  <a:srgbClr val="1E3A8A"/>
                </a:solidFill>
                <a:latin typeface="Montserrat" pitchFamily="2" charset="0"/>
              </a:rPr>
              <a:t>– Steady performer</a:t>
            </a:r>
          </a:p>
          <a:p>
            <a:r>
              <a:rPr lang="en-GB" sz="1300" dirty="0">
                <a:latin typeface="Montserrat SemiBold" pitchFamily="2" charset="0"/>
              </a:rPr>
              <a:t>51B -&gt; 78B DKK </a:t>
            </a:r>
            <a:r>
              <a:rPr lang="en-GB" sz="1300" dirty="0">
                <a:latin typeface="Montserrat" pitchFamily="2" charset="0"/>
              </a:rPr>
              <a:t>(+53%). Although the growth is robust in isolation, it represents steady, expected benchmark expansion. 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F4A16D5-4F7F-52B5-68C9-49390902A404}"/>
              </a:ext>
            </a:extLst>
          </p:cNvPr>
          <p:cNvSpPr txBox="1">
            <a:spLocks/>
          </p:cNvSpPr>
          <p:nvPr/>
        </p:nvSpPr>
        <p:spPr>
          <a:xfrm>
            <a:off x="294559" y="976834"/>
            <a:ext cx="7004662" cy="802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Total annual payroll expenditure by industry, 2013 vs 2024 (DKK Billions) • </a:t>
            </a:r>
          </a:p>
          <a:p>
            <a:r>
              <a:rPr lang="en-GB" sz="1400" dirty="0">
                <a:latin typeface="Montserrat Light" pitchFamily="2" charset="0"/>
              </a:rPr>
              <a:t>Solid bar = 2024 • Tinted bar = 2013 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83EBBCAD-3BB3-5983-3FFB-3D341A26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6</a:t>
            </a:r>
            <a:endParaRPr lang="en-DK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8F9AB2D-FE7C-3B61-4546-3CCE0F7BCD6F}"/>
              </a:ext>
            </a:extLst>
          </p:cNvPr>
          <p:cNvSpPr txBox="1">
            <a:spLocks/>
          </p:cNvSpPr>
          <p:nvPr/>
        </p:nvSpPr>
        <p:spPr>
          <a:xfrm>
            <a:off x="7750623" y="5149146"/>
            <a:ext cx="40958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DK" sz="1050" dirty="0">
              <a:latin typeface="Montserrat Light" pitchFamily="2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114D16-7988-25DE-3741-7B7227B9F36B}"/>
              </a:ext>
            </a:extLst>
          </p:cNvPr>
          <p:cNvCxnSpPr/>
          <p:nvPr/>
        </p:nvCxnSpPr>
        <p:spPr>
          <a:xfrm>
            <a:off x="7831603" y="5740203"/>
            <a:ext cx="385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A5104A01-51DB-8F36-D0EF-FA896872E7E4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6919315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</a:t>
            </a:r>
            <a:r>
              <a:rPr lang="en-GB" sz="1050" dirty="0" err="1">
                <a:latin typeface="Montserrat Light" pitchFamily="2" charset="0"/>
              </a:rPr>
              <a:t>Danmarks</a:t>
            </a:r>
            <a:r>
              <a:rPr lang="en-GB" sz="1050" dirty="0">
                <a:latin typeface="Montserrat Light" pitchFamily="2" charset="0"/>
              </a:rPr>
              <a:t> </a:t>
            </a:r>
            <a:r>
              <a:rPr lang="en-GB" sz="1050" dirty="0" err="1">
                <a:latin typeface="Montserrat Light" pitchFamily="2" charset="0"/>
              </a:rPr>
              <a:t>Statistik</a:t>
            </a:r>
            <a:r>
              <a:rPr lang="en-GB" sz="1050" dirty="0">
                <a:latin typeface="Montserrat Light" pitchFamily="2" charset="0"/>
              </a:rPr>
              <a:t> (LONS40 x RAS300) • Calculated as: hourly wage × employees × 1,600 hrs</a:t>
            </a:r>
            <a:endParaRPr lang="en-DK" sz="1050" dirty="0">
              <a:latin typeface="Montserrat Light" pitchFamily="2" charset="0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9487071-83F0-2189-66D2-E160E52053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1430536"/>
              </p:ext>
            </p:extLst>
          </p:nvPr>
        </p:nvGraphicFramePr>
        <p:xfrm>
          <a:off x="294559" y="1600715"/>
          <a:ext cx="7264385" cy="4633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98E2AF7-8718-4526-2150-86DA2C969C2B}"/>
              </a:ext>
            </a:extLst>
          </p:cNvPr>
          <p:cNvSpPr txBox="1">
            <a:spLocks/>
          </p:cNvSpPr>
          <p:nvPr/>
        </p:nvSpPr>
        <p:spPr>
          <a:xfrm>
            <a:off x="7789574" y="5734696"/>
            <a:ext cx="4095893" cy="6093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SemiBold" pitchFamily="2" charset="0"/>
              </a:rPr>
              <a:t>Note:</a:t>
            </a:r>
            <a:r>
              <a:rPr lang="en-GB" sz="1050" dirty="0">
                <a:latin typeface="Montserrat Light" pitchFamily="2" charset="0"/>
              </a:rPr>
              <a:t> Payroll and growth data rounded to nearest full number/percentage</a:t>
            </a:r>
            <a:endParaRPr lang="en-DK" sz="1050" dirty="0"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820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36374-1A5F-23C0-2660-E1735181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BEF89-3DD6-CD1D-7B2A-7FF712F4C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5394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Indexed growth confirms Manufacturing’s acceleration – expected leaders fall behind   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552C72-B2FE-9F97-41A7-0C6B506956C5}"/>
              </a:ext>
            </a:extLst>
          </p:cNvPr>
          <p:cNvSpPr/>
          <p:nvPr/>
        </p:nvSpPr>
        <p:spPr>
          <a:xfrm>
            <a:off x="7711672" y="1194507"/>
            <a:ext cx="4095893" cy="5199418"/>
          </a:xfrm>
          <a:prstGeom prst="roundRect">
            <a:avLst>
              <a:gd name="adj" fmla="val 256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23372C-4C4B-61EA-A934-0E3067E4A4F4}"/>
              </a:ext>
            </a:extLst>
          </p:cNvPr>
          <p:cNvSpPr txBox="1"/>
          <p:nvPr/>
        </p:nvSpPr>
        <p:spPr>
          <a:xfrm>
            <a:off x="7750623" y="1240916"/>
            <a:ext cx="4013961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Montserrat SemiBold" pitchFamily="2" charset="0"/>
              </a:rPr>
              <a:t>Reading the index</a:t>
            </a:r>
          </a:p>
          <a:p>
            <a:endParaRPr lang="en-GB" sz="1400" dirty="0">
              <a:latin typeface="Montserrat" pitchFamily="2" charset="0"/>
            </a:endParaRPr>
          </a:p>
          <a:p>
            <a:r>
              <a:rPr lang="en-GB" sz="1300" dirty="0">
                <a:solidFill>
                  <a:schemeClr val="accent2"/>
                </a:solidFill>
                <a:latin typeface="Montserrat SemiBold" pitchFamily="2" charset="0"/>
              </a:rPr>
              <a:t>Manufacturing</a:t>
            </a:r>
            <a:r>
              <a:rPr lang="en-GB" sz="1300" dirty="0">
                <a:solidFill>
                  <a:schemeClr val="accent2"/>
                </a:solidFill>
                <a:latin typeface="Montserrat" pitchFamily="2" charset="0"/>
              </a:rPr>
              <a:t> – 165</a:t>
            </a:r>
          </a:p>
          <a:p>
            <a:r>
              <a:rPr lang="en-GB" sz="1300" dirty="0">
                <a:latin typeface="Montserrat" pitchFamily="2" charset="0"/>
              </a:rPr>
              <a:t>The steepest trajectory. Accelerating consistently since 2016 and pulling ahead of the comparison industries by 2024</a:t>
            </a:r>
          </a:p>
          <a:p>
            <a:endParaRPr lang="en-GB" sz="1300" dirty="0">
              <a:latin typeface="Montserrat" pitchFamily="2" charset="0"/>
            </a:endParaRPr>
          </a:p>
          <a:p>
            <a:r>
              <a:rPr lang="en-GB" sz="1300" dirty="0">
                <a:solidFill>
                  <a:srgbClr val="1E3A8A"/>
                </a:solidFill>
                <a:latin typeface="Montserrat SemiBold" pitchFamily="2" charset="0"/>
              </a:rPr>
              <a:t>Financial &amp; Insurance</a:t>
            </a:r>
            <a:r>
              <a:rPr lang="en-GB" sz="1300" dirty="0">
                <a:solidFill>
                  <a:srgbClr val="1E3A8A"/>
                </a:solidFill>
                <a:latin typeface="Montserrat" pitchFamily="2" charset="0"/>
              </a:rPr>
              <a:t> – 154</a:t>
            </a:r>
          </a:p>
          <a:p>
            <a:r>
              <a:rPr lang="en-GB" sz="1300" dirty="0">
                <a:latin typeface="Montserrat" pitchFamily="2" charset="0"/>
              </a:rPr>
              <a:t>Strong growth despite being the smallest major sector. Trajectory moderate in comparison with Manufacturing.</a:t>
            </a:r>
          </a:p>
          <a:p>
            <a:endParaRPr lang="en-GB" sz="1300" dirty="0">
              <a:latin typeface="Montserrat" pitchFamily="2" charset="0"/>
            </a:endParaRPr>
          </a:p>
          <a:p>
            <a:r>
              <a:rPr lang="en-GB" sz="1300" dirty="0">
                <a:solidFill>
                  <a:srgbClr val="115E59"/>
                </a:solidFill>
                <a:latin typeface="Montserrat SemiBold" pitchFamily="2" charset="0"/>
              </a:rPr>
              <a:t>Info &amp; </a:t>
            </a:r>
            <a:r>
              <a:rPr lang="en-GB" sz="1300" dirty="0">
                <a:solidFill>
                  <a:schemeClr val="accent3"/>
                </a:solidFill>
                <a:latin typeface="Montserrat SemiBold" pitchFamily="2" charset="0"/>
              </a:rPr>
              <a:t>Comms</a:t>
            </a:r>
            <a:r>
              <a:rPr lang="en-GB" sz="1300" dirty="0">
                <a:solidFill>
                  <a:schemeClr val="accent3"/>
                </a:solidFill>
                <a:latin typeface="Montserrat" pitchFamily="2" charset="0"/>
              </a:rPr>
              <a:t> – 160</a:t>
            </a:r>
          </a:p>
          <a:p>
            <a:r>
              <a:rPr lang="en-GB" sz="1300" dirty="0">
                <a:latin typeface="Montserrat" pitchFamily="2" charset="0"/>
              </a:rPr>
              <a:t>Strong growth until 2021, then decelerating noticeably as post-pandemic tech hiring stabilised. </a:t>
            </a:r>
          </a:p>
          <a:p>
            <a:r>
              <a:rPr lang="en-GB" sz="1300" dirty="0">
                <a:latin typeface="Montserrat" pitchFamily="2" charset="0"/>
              </a:rPr>
              <a:t>	</a:t>
            </a:r>
          </a:p>
          <a:p>
            <a:r>
              <a:rPr lang="en-GB" sz="1300" dirty="0">
                <a:solidFill>
                  <a:srgbClr val="607D8B"/>
                </a:solidFill>
                <a:latin typeface="Montserrat SemiBold" pitchFamily="2" charset="0"/>
              </a:rPr>
              <a:t>Public Sector </a:t>
            </a:r>
            <a:r>
              <a:rPr lang="en-GB" sz="1300" dirty="0">
                <a:solidFill>
                  <a:srgbClr val="607D8B"/>
                </a:solidFill>
                <a:latin typeface="Montserrat" pitchFamily="2" charset="0"/>
              </a:rPr>
              <a:t>– 143</a:t>
            </a:r>
          </a:p>
          <a:p>
            <a:r>
              <a:rPr lang="en-GB" sz="1300" dirty="0">
                <a:latin typeface="Montserrat" pitchFamily="2" charset="0"/>
              </a:rPr>
              <a:t>The flattest trajectory despite large workforce, differentiating between scale and momentum.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78C60A3-4A6D-7E1D-6015-CA6B6A359FB3}"/>
              </a:ext>
            </a:extLst>
          </p:cNvPr>
          <p:cNvSpPr txBox="1">
            <a:spLocks/>
          </p:cNvSpPr>
          <p:nvPr/>
        </p:nvSpPr>
        <p:spPr>
          <a:xfrm>
            <a:off x="301936" y="976834"/>
            <a:ext cx="7004662" cy="802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Payroll growth index by industry • 2013 = 100 • Higher value = faster growth relative to its own baseline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CF18EBB-7AE7-80F2-0B48-66E8AFFA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7</a:t>
            </a:r>
            <a:endParaRPr lang="en-DK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8D6D88-0966-6B91-6E11-B7C270D21198}"/>
              </a:ext>
            </a:extLst>
          </p:cNvPr>
          <p:cNvSpPr txBox="1">
            <a:spLocks/>
          </p:cNvSpPr>
          <p:nvPr/>
        </p:nvSpPr>
        <p:spPr>
          <a:xfrm>
            <a:off x="7750623" y="5149146"/>
            <a:ext cx="409589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DK" sz="1050" dirty="0">
              <a:latin typeface="Montserrat Light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E591E4A-C07C-7B3B-F753-17605D133810}"/>
              </a:ext>
            </a:extLst>
          </p:cNvPr>
          <p:cNvSpPr txBox="1">
            <a:spLocks/>
          </p:cNvSpPr>
          <p:nvPr/>
        </p:nvSpPr>
        <p:spPr>
          <a:xfrm>
            <a:off x="233179" y="6152654"/>
            <a:ext cx="6919315" cy="6441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Source: </a:t>
            </a:r>
            <a:r>
              <a:rPr lang="en-GB" sz="1050" dirty="0" err="1">
                <a:latin typeface="Montserrat Light" pitchFamily="2" charset="0"/>
              </a:rPr>
              <a:t>Danmarks</a:t>
            </a:r>
            <a:r>
              <a:rPr lang="en-GB" sz="1050" dirty="0">
                <a:latin typeface="Montserrat Light" pitchFamily="2" charset="0"/>
              </a:rPr>
              <a:t> </a:t>
            </a:r>
            <a:r>
              <a:rPr lang="en-GB" sz="1050" dirty="0" err="1">
                <a:latin typeface="Montserrat Light" pitchFamily="2" charset="0"/>
              </a:rPr>
              <a:t>Statistik</a:t>
            </a:r>
            <a:r>
              <a:rPr lang="en-GB" sz="1050" dirty="0">
                <a:latin typeface="Montserrat Light" pitchFamily="2" charset="0"/>
              </a:rPr>
              <a:t> (LONS40 x RAS300) • Industries selected to represent four distinct Labour market profiles</a:t>
            </a:r>
            <a:endParaRPr lang="en-DK" sz="1050" dirty="0">
              <a:latin typeface="Montserrat Light" pitchFamily="2" charset="0"/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864BCD0-E89D-665C-5D0C-0027CC0F95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60496604"/>
              </p:ext>
            </p:extLst>
          </p:nvPr>
        </p:nvGraphicFramePr>
        <p:xfrm>
          <a:off x="470089" y="1667391"/>
          <a:ext cx="6919315" cy="4438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E5A879D1-27DD-A731-A91B-67AF28704D98}"/>
              </a:ext>
            </a:extLst>
          </p:cNvPr>
          <p:cNvSpPr txBox="1">
            <a:spLocks/>
          </p:cNvSpPr>
          <p:nvPr/>
        </p:nvSpPr>
        <p:spPr>
          <a:xfrm>
            <a:off x="7789574" y="5793612"/>
            <a:ext cx="4095893" cy="4880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SemiBold" pitchFamily="2" charset="0"/>
              </a:rPr>
              <a:t>Note: </a:t>
            </a:r>
            <a:r>
              <a:rPr lang="en-GB" sz="1050" dirty="0">
                <a:latin typeface="Montserrat Light" pitchFamily="2" charset="0"/>
              </a:rPr>
              <a:t>The index removes the size advantage – Public Sector’s 558B DKK payroll no longer dominates visually.</a:t>
            </a:r>
            <a:endParaRPr lang="en-DK" sz="1050" dirty="0">
              <a:latin typeface="Montserrat Light" pitchFamily="2" charset="0"/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CB6D5EB-5952-B9E0-4033-2453B264B9C7}"/>
              </a:ext>
            </a:extLst>
          </p:cNvPr>
          <p:cNvCxnSpPr/>
          <p:nvPr/>
        </p:nvCxnSpPr>
        <p:spPr>
          <a:xfrm>
            <a:off x="7831603" y="5740203"/>
            <a:ext cx="3852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9282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5FD16-7293-DD6B-7B3C-269B44021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105B3-84A1-5D0F-7376-34F9AFE2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936" y="-135755"/>
            <a:ext cx="10515600" cy="1325563"/>
          </a:xfrm>
        </p:spPr>
        <p:txBody>
          <a:bodyPr>
            <a:normAutofit/>
          </a:bodyPr>
          <a:lstStyle/>
          <a:p>
            <a:r>
              <a:rPr lang="en-GB" sz="3000" dirty="0">
                <a:latin typeface="Montserrat SemiBold" pitchFamily="2" charset="0"/>
              </a:rPr>
              <a:t>The bottleneck is assumption, not data</a:t>
            </a:r>
            <a:endParaRPr lang="en-DK" sz="3000" dirty="0">
              <a:latin typeface="Montserrat SemiBold" pitchFamily="2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059D3327-19ED-A77B-FBC2-1D4AC7AF0E69}"/>
              </a:ext>
            </a:extLst>
          </p:cNvPr>
          <p:cNvSpPr txBox="1">
            <a:spLocks/>
          </p:cNvSpPr>
          <p:nvPr/>
        </p:nvSpPr>
        <p:spPr>
          <a:xfrm>
            <a:off x="301936" y="630598"/>
            <a:ext cx="8504353" cy="734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Light" pitchFamily="2" charset="0"/>
              </a:rPr>
              <a:t>Synthesis and implications for workforce strategy – for organizations making hiring, compensation, or investment decisions in the Danish market, three implications stand out:</a:t>
            </a:r>
            <a:endParaRPr lang="en-DK" sz="1400" dirty="0">
              <a:latin typeface="Montserrat Light" pitchFamily="2" charset="0"/>
            </a:endParaRP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5828AFE-2511-6EE8-50F7-3C6F9BDC0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GB" dirty="0"/>
              <a:t>8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706FEE1-D80D-8AFE-A571-0083E95F780C}"/>
              </a:ext>
            </a:extLst>
          </p:cNvPr>
          <p:cNvSpPr txBox="1">
            <a:spLocks/>
          </p:cNvSpPr>
          <p:nvPr/>
        </p:nvSpPr>
        <p:spPr>
          <a:xfrm>
            <a:off x="382018" y="6166409"/>
            <a:ext cx="7487652" cy="555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050" dirty="0">
                <a:latin typeface="Montserrat Light" pitchFamily="2" charset="0"/>
              </a:rPr>
              <a:t>Full analysis and live data pipeline: </a:t>
            </a:r>
            <a:r>
              <a:rPr lang="en-GB" sz="1050" dirty="0">
                <a:latin typeface="Montserrat Light" pitchFamily="2" charset="0"/>
                <a:hlinkClick r:id="rId3"/>
              </a:rPr>
              <a:t>https://github.com/oliwier-ferenc/danish-payroll-analysis</a:t>
            </a:r>
            <a:r>
              <a:rPr lang="en-GB" sz="1050" dirty="0">
                <a:latin typeface="Montserrat Light" pitchFamily="2" charset="0"/>
              </a:rPr>
              <a:t> </a:t>
            </a:r>
            <a:endParaRPr lang="en-DK" sz="1050" dirty="0">
              <a:latin typeface="Montserrat Light" pitchFamily="2" charset="0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4B283EC-4BCD-43CF-C566-832BEF5D0154}"/>
              </a:ext>
            </a:extLst>
          </p:cNvPr>
          <p:cNvGrpSpPr/>
          <p:nvPr/>
        </p:nvGrpSpPr>
        <p:grpSpPr>
          <a:xfrm>
            <a:off x="301936" y="1522009"/>
            <a:ext cx="11588127" cy="3813982"/>
            <a:chOff x="301937" y="1748045"/>
            <a:chExt cx="11588127" cy="381398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3865E9D-D1F5-F7A2-0172-BCDC20F64128}"/>
                </a:ext>
              </a:extLst>
            </p:cNvPr>
            <p:cNvGrpSpPr/>
            <p:nvPr/>
          </p:nvGrpSpPr>
          <p:grpSpPr>
            <a:xfrm>
              <a:off x="301937" y="1748045"/>
              <a:ext cx="3726097" cy="3813982"/>
              <a:chOff x="301937" y="1748045"/>
              <a:chExt cx="3726097" cy="3813982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0F93286F-49A0-D7BC-097C-00743FF6167B}"/>
                  </a:ext>
                </a:extLst>
              </p:cNvPr>
              <p:cNvSpPr/>
              <p:nvPr/>
            </p:nvSpPr>
            <p:spPr>
              <a:xfrm flipH="1">
                <a:off x="301937" y="1748045"/>
                <a:ext cx="3726097" cy="3813982"/>
              </a:xfrm>
              <a:prstGeom prst="roundRect">
                <a:avLst>
                  <a:gd name="adj" fmla="val 2565"/>
                </a:avLst>
              </a:prstGeom>
              <a:solidFill>
                <a:srgbClr val="C05621"/>
              </a:solidFill>
              <a:ln>
                <a:solidFill>
                  <a:srgbClr val="9C422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F82469-3B63-A63E-707A-450A2FF56C84}"/>
                  </a:ext>
                </a:extLst>
              </p:cNvPr>
              <p:cNvSpPr txBox="1"/>
              <p:nvPr/>
            </p:nvSpPr>
            <p:spPr>
              <a:xfrm>
                <a:off x="378391" y="1826563"/>
                <a:ext cx="3547342" cy="33855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Montserrat Bold" pitchFamily="2" charset="0"/>
                  </a:rPr>
                  <a:t>Implication 1</a:t>
                </a:r>
              </a:p>
              <a:p>
                <a:r>
                  <a:rPr lang="en-GB" sz="1200" dirty="0">
                    <a:solidFill>
                      <a:schemeClr val="bg1"/>
                    </a:solidFill>
                    <a:latin typeface="Montserrat SemiBold" pitchFamily="2" charset="0"/>
                  </a:rPr>
                  <a:t>Don’t overlook manufacturing talent as a competitor</a:t>
                </a:r>
                <a:endParaRPr lang="en-GB" sz="1600" dirty="0">
                  <a:solidFill>
                    <a:schemeClr val="bg1"/>
                  </a:solidFill>
                  <a:latin typeface="Montserrat SemiBold" pitchFamily="2" charset="0"/>
                </a:endParaRPr>
              </a:p>
              <a:p>
                <a:endParaRPr lang="en-GB" dirty="0">
                  <a:solidFill>
                    <a:schemeClr val="bg1"/>
                  </a:solidFill>
                  <a:latin typeface="Montserrat SemiBold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With the fastest payroll growth and above-average wages, advanced manufacturing is actively competing for skilled labour, particularly in engineering, operations, and data-driven production roles.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Organizations in adjacent sectors should expect increasing wage pressure from this direction.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EC019BC-C5E1-EEE4-A62A-93815618C7EB}"/>
                </a:ext>
              </a:extLst>
            </p:cNvPr>
            <p:cNvGrpSpPr/>
            <p:nvPr/>
          </p:nvGrpSpPr>
          <p:grpSpPr>
            <a:xfrm>
              <a:off x="4232952" y="1748045"/>
              <a:ext cx="3726097" cy="3813982"/>
              <a:chOff x="4232952" y="1748045"/>
              <a:chExt cx="3726097" cy="3813982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979FDDDA-46EA-6A07-D06B-E1C2F7D8F701}"/>
                  </a:ext>
                </a:extLst>
              </p:cNvPr>
              <p:cNvSpPr/>
              <p:nvPr/>
            </p:nvSpPr>
            <p:spPr>
              <a:xfrm flipH="1">
                <a:off x="4232952" y="1748045"/>
                <a:ext cx="3726097" cy="3813982"/>
              </a:xfrm>
              <a:prstGeom prst="roundRect">
                <a:avLst>
                  <a:gd name="adj" fmla="val 2565"/>
                </a:avLst>
              </a:prstGeom>
              <a:solidFill>
                <a:srgbClr val="1E3A8A"/>
              </a:solidFill>
              <a:ln>
                <a:solidFill>
                  <a:srgbClr val="17255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39EA65F-8DC8-B165-BD68-FBB383890AD9}"/>
                  </a:ext>
                </a:extLst>
              </p:cNvPr>
              <p:cNvSpPr txBox="1"/>
              <p:nvPr/>
            </p:nvSpPr>
            <p:spPr>
              <a:xfrm>
                <a:off x="4322329" y="1826563"/>
                <a:ext cx="3547342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Montserrat Bold" pitchFamily="2" charset="0"/>
                  </a:rPr>
                  <a:t>Implication 2</a:t>
                </a:r>
              </a:p>
              <a:p>
                <a:r>
                  <a:rPr lang="en-GB" sz="1200" dirty="0">
                    <a:solidFill>
                      <a:schemeClr val="bg1"/>
                    </a:solidFill>
                    <a:latin typeface="Montserrat SemiBold" pitchFamily="2" charset="0"/>
                  </a:rPr>
                  <a:t>Financial services sets the wage benchmark for high-skill talent</a:t>
                </a:r>
              </a:p>
              <a:p>
                <a:endParaRPr lang="en-GB" dirty="0">
                  <a:solidFill>
                    <a:schemeClr val="bg1"/>
                  </a:solidFill>
                  <a:latin typeface="Montserrat SemiBold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At 539 DKK/hr, Financial &amp; Insurance defines the upper boundary of labour market compensation.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Any organization competing for quantitative, analytical, or strategic talent is implicitly competing against this benchmark whether they recognize it or not.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2B4711B9-7C07-2975-FDF7-F6913130742B}"/>
                </a:ext>
              </a:extLst>
            </p:cNvPr>
            <p:cNvGrpSpPr/>
            <p:nvPr/>
          </p:nvGrpSpPr>
          <p:grpSpPr>
            <a:xfrm>
              <a:off x="8163967" y="1748045"/>
              <a:ext cx="3726097" cy="3813982"/>
              <a:chOff x="8163967" y="1748045"/>
              <a:chExt cx="3726097" cy="3813982"/>
            </a:xfrm>
          </p:grpSpPr>
          <p:sp>
            <p:nvSpPr>
              <p:cNvPr id="17" name="Rectangle: Rounded Corners 16">
                <a:extLst>
                  <a:ext uri="{FF2B5EF4-FFF2-40B4-BE49-F238E27FC236}">
                    <a16:creationId xmlns:a16="http://schemas.microsoft.com/office/drawing/2014/main" id="{B992CFCE-2D3B-762F-86BB-C5FCE97066E3}"/>
                  </a:ext>
                </a:extLst>
              </p:cNvPr>
              <p:cNvSpPr/>
              <p:nvPr/>
            </p:nvSpPr>
            <p:spPr>
              <a:xfrm flipH="1">
                <a:off x="8163967" y="1748045"/>
                <a:ext cx="3726097" cy="3813982"/>
              </a:xfrm>
              <a:prstGeom prst="roundRect">
                <a:avLst>
                  <a:gd name="adj" fmla="val 2565"/>
                </a:avLst>
              </a:prstGeom>
              <a:solidFill>
                <a:srgbClr val="0D9488"/>
              </a:solidFill>
              <a:ln>
                <a:solidFill>
                  <a:srgbClr val="115E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DK" dirty="0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7F963C4-3EEF-4802-4724-0C9D97447964}"/>
                  </a:ext>
                </a:extLst>
              </p:cNvPr>
              <p:cNvSpPr txBox="1"/>
              <p:nvPr/>
            </p:nvSpPr>
            <p:spPr>
              <a:xfrm>
                <a:off x="8266267" y="1826563"/>
                <a:ext cx="3547342" cy="3200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>
                    <a:solidFill>
                      <a:schemeClr val="bg1"/>
                    </a:solidFill>
                    <a:latin typeface="Montserrat Bold" pitchFamily="2" charset="0"/>
                  </a:rPr>
                  <a:t>Implication 3</a:t>
                </a:r>
              </a:p>
              <a:p>
                <a:r>
                  <a:rPr lang="en-GB" sz="1200" dirty="0">
                    <a:solidFill>
                      <a:schemeClr val="bg1"/>
                    </a:solidFill>
                    <a:latin typeface="Montserrat SemiBold" pitchFamily="2" charset="0"/>
                  </a:rPr>
                  <a:t>Tech hiring in Denmark is a quality game</a:t>
                </a:r>
              </a:p>
              <a:p>
                <a:endParaRPr lang="en-GB" dirty="0">
                  <a:solidFill>
                    <a:schemeClr val="bg1"/>
                  </a:solidFill>
                  <a:latin typeface="Montserrat SemiBold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Slow headcount growth in Information &amp; Communication despite high wages suggests Danish tech employers are selective rather than expensive. 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  <a:p>
                <a:r>
                  <a:rPr lang="en-GB" sz="1400" dirty="0">
                    <a:solidFill>
                      <a:schemeClr val="bg1"/>
                    </a:solidFill>
                    <a:latin typeface="Montserrat" pitchFamily="2" charset="0"/>
                  </a:rPr>
                  <a:t>Organizations looking to hire from this talent pool should expect strong candidates but a limited supply of available movers at any given time.</a:t>
                </a:r>
              </a:p>
              <a:p>
                <a:endParaRPr lang="en-GB" sz="1400" dirty="0">
                  <a:solidFill>
                    <a:schemeClr val="bg1"/>
                  </a:solidFill>
                  <a:latin typeface="Montserrat" pitchFamily="2" charset="0"/>
                </a:endParaRPr>
              </a:p>
            </p:txBody>
          </p:sp>
        </p:grpSp>
      </p:grpSp>
      <p:sp>
        <p:nvSpPr>
          <p:cNvPr id="36" name="Title 1">
            <a:extLst>
              <a:ext uri="{FF2B5EF4-FFF2-40B4-BE49-F238E27FC236}">
                <a16:creationId xmlns:a16="http://schemas.microsoft.com/office/drawing/2014/main" id="{E1889D03-968B-FFCA-B91E-5EE54EE01A10}"/>
              </a:ext>
            </a:extLst>
          </p:cNvPr>
          <p:cNvSpPr txBox="1">
            <a:spLocks/>
          </p:cNvSpPr>
          <p:nvPr/>
        </p:nvSpPr>
        <p:spPr>
          <a:xfrm>
            <a:off x="378390" y="5432238"/>
            <a:ext cx="8820612" cy="734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400" dirty="0">
                <a:latin typeface="Montserrat Medium" pitchFamily="2" charset="0"/>
              </a:rPr>
              <a:t>Key takeaway: </a:t>
            </a:r>
            <a:r>
              <a:rPr lang="en-GB" sz="1400" dirty="0">
                <a:latin typeface="Montserrat Light" pitchFamily="2" charset="0"/>
              </a:rPr>
              <a:t>Conventional assumptions understate the payroll momentum in manufacturing and construction, shifting where the real talent competition lies.</a:t>
            </a:r>
            <a:endParaRPr lang="en-DK" sz="1400" dirty="0">
              <a:latin typeface="Montserrat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50106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FFBE5-DC5C-5382-50A4-9D32DD37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A75FC7-10E1-0D77-A821-2B4D5C880B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APPENDICES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0278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7DD184-14E9-9A0A-E06C-88355DD1D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3DB3C-32B8-B647-A0D7-4A95D89E5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Appendix 1 – Payroll Trends (Absolute)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6EB68B-8938-C4CA-6D1D-2BC2B5D89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372880"/>
            <a:ext cx="10905066" cy="2998893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4FC92C-15DA-4060-496F-BD9DDDF3B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51730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28DE80-2FE0-81BB-6CCD-B599E43D0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8AD715-1706-1345-C8D6-BF21562AD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Appendix 2 – Payroll</a:t>
            </a:r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Indexed</a:t>
            </a:r>
            <a:endParaRPr lang="en-US" sz="32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05AE4-06D6-CC9A-9F22-1B2A67629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250198"/>
            <a:ext cx="10905066" cy="3244257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53D6F39-7001-A1CC-CAD2-77BE014E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7534817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92385B-F0EA-4927-A01A-FE2DEF28E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09BBF8-5C62-0C82-38EE-B93045A0D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Appendix 3 – 2024 Snapshot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D77A92-7D41-F172-E7AD-811F15ABF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2618244"/>
            <a:ext cx="10905066" cy="2508164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6ACF5C4-5C62-C91A-59FD-AF1D5485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02045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0BA691-CC7F-C7AE-9D78-F1FC21C3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1A0B4C-9491-93C8-97A9-096F6AC18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Appendix 4 – Growth Rates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86D88E-C58B-7589-705E-69DB0BE75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67" y="1745839"/>
            <a:ext cx="10905066" cy="4252975"/>
          </a:xfrm>
          <a:prstGeom prst="rect">
            <a:avLst/>
          </a:prstGeom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A184E3FA-F59D-083F-ED1E-9220544CA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tx1">
                    <a:tint val="75000"/>
                  </a:schemeClr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42037167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3088</TotalTime>
  <Words>1496</Words>
  <Application>Microsoft Office PowerPoint</Application>
  <PresentationFormat>Widescreen</PresentationFormat>
  <Paragraphs>194</Paragraphs>
  <Slides>14</Slides>
  <Notes>14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Aptos Display</vt:lpstr>
      <vt:lpstr>Arial</vt:lpstr>
      <vt:lpstr>Arla InterFace Thin</vt:lpstr>
      <vt:lpstr>Calibri</vt:lpstr>
      <vt:lpstr>Montserrat</vt:lpstr>
      <vt:lpstr>Montserrat Bold</vt:lpstr>
      <vt:lpstr>Montserrat Light</vt:lpstr>
      <vt:lpstr>Montserrat Medium</vt:lpstr>
      <vt:lpstr>Montserrat SemiBold</vt:lpstr>
      <vt:lpstr>Office Theme</vt:lpstr>
      <vt:lpstr>think-cell Slide</vt:lpstr>
      <vt:lpstr>PowerPoint Presentation</vt:lpstr>
      <vt:lpstr>Mapping Danish labour market growth and challenging assumptions </vt:lpstr>
      <vt:lpstr>Deconstructing the public narrative: four intuitions the data challenges</vt:lpstr>
      <vt:lpstr>Heavy sectors like Manufacturing outpace traditional Tech &amp; Finance expectations</vt:lpstr>
      <vt:lpstr>Manufacturing has quietly become Denmark’s fastest-growing payroll sector</vt:lpstr>
      <vt:lpstr>Labour market positioning – high wages don’t always predict high growth </vt:lpstr>
      <vt:lpstr>Public Sector dominates Danish payroll – but Manufacturing grew by nearly two-thirds since 2013</vt:lpstr>
      <vt:lpstr>Indexed growth confirms Manufacturing’s acceleration – expected leaders fall behind   </vt:lpstr>
      <vt:lpstr>The bottleneck is assumption, not data</vt:lpstr>
      <vt:lpstr>APPENDICES</vt:lpstr>
      <vt:lpstr>Appendix 1 – Payroll Trends (Absolute)</vt:lpstr>
      <vt:lpstr>Appendix 2 – Payroll Indexed</vt:lpstr>
      <vt:lpstr>Appendix 3 – 2024 Snapshot</vt:lpstr>
      <vt:lpstr>Appendix 4 – Growth Rates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Oliwier Ferenc</dc:creator>
  <cp:lastModifiedBy>Oliwier Ferenc</cp:lastModifiedBy>
  <cp:revision>1</cp:revision>
  <dcterms:created xsi:type="dcterms:W3CDTF">2026-08-26T14:39:05Z</dcterms:created>
  <dcterms:modified xsi:type="dcterms:W3CDTF">2026-08-29T22:27:24Z</dcterms:modified>
</cp:coreProperties>
</file>